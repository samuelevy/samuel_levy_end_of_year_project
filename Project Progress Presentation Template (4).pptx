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11" r:id="rId1"/>
  </p:sldMasterIdLst>
  <p:notesMasterIdLst>
    <p:notesMasterId r:id="rId16"/>
  </p:notesMasterIdLst>
  <p:sldIdLst>
    <p:sldId id="256" r:id="rId2"/>
    <p:sldId id="257" r:id="rId3"/>
    <p:sldId id="269" r:id="rId4"/>
    <p:sldId id="264" r:id="rId5"/>
    <p:sldId id="268" r:id="rId6"/>
    <p:sldId id="266" r:id="rId7"/>
    <p:sldId id="258" r:id="rId8"/>
    <p:sldId id="259" r:id="rId9"/>
    <p:sldId id="267" r:id="rId10"/>
    <p:sldId id="260" r:id="rId11"/>
    <p:sldId id="261" r:id="rId12"/>
    <p:sldId id="263" r:id="rId13"/>
    <p:sldId id="265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01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Levy" userId="ba2c2fba5906cb67" providerId="LiveId" clId="{B9738E5D-1933-435D-A2E3-BE8EB61157AF}"/>
    <pc:docChg chg="undo redo custSel addSld delSld modSld">
      <pc:chgData name="Samuel Levy" userId="ba2c2fba5906cb67" providerId="LiveId" clId="{B9738E5D-1933-435D-A2E3-BE8EB61157AF}" dt="2026-01-07T11:24:12.533" v="6480" actId="962"/>
      <pc:docMkLst>
        <pc:docMk/>
      </pc:docMkLst>
      <pc:sldChg chg="addSp delSp modSp mod">
        <pc:chgData name="Samuel Levy" userId="ba2c2fba5906cb67" providerId="LiveId" clId="{B9738E5D-1933-435D-A2E3-BE8EB61157AF}" dt="2026-01-07T11:24:12.533" v="6480" actId="962"/>
        <pc:sldMkLst>
          <pc:docMk/>
          <pc:sldMk cId="2639675828" sldId="265"/>
        </pc:sldMkLst>
        <pc:picChg chg="add mod">
          <ac:chgData name="Samuel Levy" userId="ba2c2fba5906cb67" providerId="LiveId" clId="{B9738E5D-1933-435D-A2E3-BE8EB61157AF}" dt="2026-01-07T11:24:12.533" v="6480" actId="962"/>
          <ac:picMkLst>
            <pc:docMk/>
            <pc:sldMk cId="2639675828" sldId="265"/>
            <ac:picMk id="6" creationId="{00C56570-16AE-2494-D29B-CCB339557BAA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DA6FAF-5CF8-45AB-9B84-925AAE3A987D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9D43131-E1E0-42F4-A3C2-3B05D958F1E8}">
      <dgm:prSet/>
      <dgm:spPr/>
      <dgm:t>
        <a:bodyPr/>
        <a:lstStyle/>
        <a:p>
          <a:pPr>
            <a:defRPr cap="all"/>
          </a:pPr>
          <a:r>
            <a:rPr lang="en-US"/>
            <a:t>Implement a web application (using Django Framework)</a:t>
          </a:r>
        </a:p>
      </dgm:t>
    </dgm:pt>
    <dgm:pt modelId="{29CD52C6-7B84-4972-B567-8C3A8BB1991B}" type="parTrans" cxnId="{1897D884-43A7-459B-BC7C-C45BAE4F3C1B}">
      <dgm:prSet/>
      <dgm:spPr/>
      <dgm:t>
        <a:bodyPr/>
        <a:lstStyle/>
        <a:p>
          <a:endParaRPr lang="en-US"/>
        </a:p>
      </dgm:t>
    </dgm:pt>
    <dgm:pt modelId="{EE7BCAE2-9A42-4FC4-BB02-69BC14E0A2BB}" type="sibTrans" cxnId="{1897D884-43A7-459B-BC7C-C45BAE4F3C1B}">
      <dgm:prSet/>
      <dgm:spPr/>
      <dgm:t>
        <a:bodyPr/>
        <a:lstStyle/>
        <a:p>
          <a:endParaRPr lang="en-US"/>
        </a:p>
      </dgm:t>
    </dgm:pt>
    <dgm:pt modelId="{01BF7AC9-F66F-4945-A999-77AFBE8EE090}">
      <dgm:prSet/>
      <dgm:spPr/>
      <dgm:t>
        <a:bodyPr/>
        <a:lstStyle/>
        <a:p>
          <a:pPr>
            <a:defRPr cap="all"/>
          </a:pPr>
          <a:r>
            <a:rPr lang="en-US"/>
            <a:t>Design a functional ranking algorithm based on the elo and glicko models</a:t>
          </a:r>
        </a:p>
      </dgm:t>
    </dgm:pt>
    <dgm:pt modelId="{05C10D78-8252-4402-9D6F-916469CA1628}" type="parTrans" cxnId="{9CD55F56-664A-4C9E-A711-E308CF29390A}">
      <dgm:prSet/>
      <dgm:spPr/>
      <dgm:t>
        <a:bodyPr/>
        <a:lstStyle/>
        <a:p>
          <a:endParaRPr lang="en-US"/>
        </a:p>
      </dgm:t>
    </dgm:pt>
    <dgm:pt modelId="{9593C8D8-B53D-4A2D-9C2F-C1BFFEB6BEA4}" type="sibTrans" cxnId="{9CD55F56-664A-4C9E-A711-E308CF29390A}">
      <dgm:prSet/>
      <dgm:spPr/>
      <dgm:t>
        <a:bodyPr/>
        <a:lstStyle/>
        <a:p>
          <a:endParaRPr lang="en-US"/>
        </a:p>
      </dgm:t>
    </dgm:pt>
    <dgm:pt modelId="{988E1BE5-B52E-4419-9669-34C18D4C4C38}">
      <dgm:prSet/>
      <dgm:spPr/>
      <dgm:t>
        <a:bodyPr/>
        <a:lstStyle/>
        <a:p>
          <a:pPr>
            <a:defRPr cap="all"/>
          </a:pPr>
          <a:r>
            <a:rPr lang="en-US"/>
            <a:t>Implement two types of user to the app: player and admin</a:t>
          </a:r>
        </a:p>
      </dgm:t>
    </dgm:pt>
    <dgm:pt modelId="{F75E79A4-040C-4054-9B7D-F3ED1A8B389E}" type="parTrans" cxnId="{6EAED5C1-7211-4313-AEB5-357A569CD654}">
      <dgm:prSet/>
      <dgm:spPr/>
      <dgm:t>
        <a:bodyPr/>
        <a:lstStyle/>
        <a:p>
          <a:endParaRPr lang="en-US"/>
        </a:p>
      </dgm:t>
    </dgm:pt>
    <dgm:pt modelId="{3963BBAF-BA8A-4111-9527-173490FD269E}" type="sibTrans" cxnId="{6EAED5C1-7211-4313-AEB5-357A569CD654}">
      <dgm:prSet/>
      <dgm:spPr/>
      <dgm:t>
        <a:bodyPr/>
        <a:lstStyle/>
        <a:p>
          <a:endParaRPr lang="en-US"/>
        </a:p>
      </dgm:t>
    </dgm:pt>
    <dgm:pt modelId="{D9460E5B-248D-4429-9037-DE4314CC5A38}">
      <dgm:prSet/>
      <dgm:spPr/>
      <dgm:t>
        <a:bodyPr/>
        <a:lstStyle/>
        <a:p>
          <a:pPr>
            <a:defRPr cap="all"/>
          </a:pPr>
          <a:r>
            <a:rPr lang="en-US"/>
            <a:t>Design and implement a database to store useful information for the system</a:t>
          </a:r>
        </a:p>
      </dgm:t>
    </dgm:pt>
    <dgm:pt modelId="{DCD1A185-F2FD-4AE9-B9BD-E63B5DF01358}" type="parTrans" cxnId="{05ABB7D2-499A-4901-980F-E89C240439A6}">
      <dgm:prSet/>
      <dgm:spPr/>
      <dgm:t>
        <a:bodyPr/>
        <a:lstStyle/>
        <a:p>
          <a:endParaRPr lang="en-US"/>
        </a:p>
      </dgm:t>
    </dgm:pt>
    <dgm:pt modelId="{993FA940-89C4-456F-8478-7BC262FF3466}" type="sibTrans" cxnId="{05ABB7D2-499A-4901-980F-E89C240439A6}">
      <dgm:prSet/>
      <dgm:spPr/>
      <dgm:t>
        <a:bodyPr/>
        <a:lstStyle/>
        <a:p>
          <a:endParaRPr lang="en-US"/>
        </a:p>
      </dgm:t>
    </dgm:pt>
    <dgm:pt modelId="{D910A638-286A-43AC-83DC-A572670E420D}" type="pres">
      <dgm:prSet presAssocID="{16DA6FAF-5CF8-45AB-9B84-925AAE3A987D}" presName="root" presStyleCnt="0">
        <dgm:presLayoutVars>
          <dgm:dir/>
          <dgm:resizeHandles val="exact"/>
        </dgm:presLayoutVars>
      </dgm:prSet>
      <dgm:spPr/>
    </dgm:pt>
    <dgm:pt modelId="{171FD45A-5612-473A-ABEE-7E1FF38E8421}" type="pres">
      <dgm:prSet presAssocID="{09D43131-E1E0-42F4-A3C2-3B05D958F1E8}" presName="compNode" presStyleCnt="0"/>
      <dgm:spPr/>
    </dgm:pt>
    <dgm:pt modelId="{D6393BFD-671F-4D7C-82D2-379752FFC4F7}" type="pres">
      <dgm:prSet presAssocID="{09D43131-E1E0-42F4-A3C2-3B05D958F1E8}" presName="iconBgRect" presStyleLbl="bgShp" presStyleIdx="0" presStyleCnt="4"/>
      <dgm:spPr/>
    </dgm:pt>
    <dgm:pt modelId="{F84D30E3-44DE-4B66-8DFE-4401C2C98F84}" type="pres">
      <dgm:prSet presAssocID="{09D43131-E1E0-42F4-A3C2-3B05D958F1E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J"/>
        </a:ext>
      </dgm:extLst>
    </dgm:pt>
    <dgm:pt modelId="{5928819F-7F20-4E19-9617-AFAA8B42742F}" type="pres">
      <dgm:prSet presAssocID="{09D43131-E1E0-42F4-A3C2-3B05D958F1E8}" presName="spaceRect" presStyleCnt="0"/>
      <dgm:spPr/>
    </dgm:pt>
    <dgm:pt modelId="{DF57C340-79D5-4710-920A-19807BF9D1B7}" type="pres">
      <dgm:prSet presAssocID="{09D43131-E1E0-42F4-A3C2-3B05D958F1E8}" presName="textRect" presStyleLbl="revTx" presStyleIdx="0" presStyleCnt="4">
        <dgm:presLayoutVars>
          <dgm:chMax val="1"/>
          <dgm:chPref val="1"/>
        </dgm:presLayoutVars>
      </dgm:prSet>
      <dgm:spPr/>
    </dgm:pt>
    <dgm:pt modelId="{E7022AC0-1DEB-4B4F-83DB-81AB5F9C3D6E}" type="pres">
      <dgm:prSet presAssocID="{EE7BCAE2-9A42-4FC4-BB02-69BC14E0A2BB}" presName="sibTrans" presStyleCnt="0"/>
      <dgm:spPr/>
    </dgm:pt>
    <dgm:pt modelId="{A1FDCC7C-D996-4FD3-A1DA-DEF4EBB9005A}" type="pres">
      <dgm:prSet presAssocID="{01BF7AC9-F66F-4945-A999-77AFBE8EE090}" presName="compNode" presStyleCnt="0"/>
      <dgm:spPr/>
    </dgm:pt>
    <dgm:pt modelId="{68FF3E2A-E386-43F7-B38E-DF7252E3C1F8}" type="pres">
      <dgm:prSet presAssocID="{01BF7AC9-F66F-4945-A999-77AFBE8EE090}" presName="iconBgRect" presStyleLbl="bgShp" presStyleIdx="1" presStyleCnt="4"/>
      <dgm:spPr/>
    </dgm:pt>
    <dgm:pt modelId="{5EE26A50-F43D-446F-A8C2-1777910CC282}" type="pres">
      <dgm:prSet presAssocID="{01BF7AC9-F66F-4945-A999-77AFBE8EE09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B01A0515-AF90-4088-9999-406A512975A9}" type="pres">
      <dgm:prSet presAssocID="{01BF7AC9-F66F-4945-A999-77AFBE8EE090}" presName="spaceRect" presStyleCnt="0"/>
      <dgm:spPr/>
    </dgm:pt>
    <dgm:pt modelId="{EA6D3BA2-9FC7-4DA8-B094-A5A20F9CCE1B}" type="pres">
      <dgm:prSet presAssocID="{01BF7AC9-F66F-4945-A999-77AFBE8EE090}" presName="textRect" presStyleLbl="revTx" presStyleIdx="1" presStyleCnt="4">
        <dgm:presLayoutVars>
          <dgm:chMax val="1"/>
          <dgm:chPref val="1"/>
        </dgm:presLayoutVars>
      </dgm:prSet>
      <dgm:spPr/>
    </dgm:pt>
    <dgm:pt modelId="{38B30553-B491-4150-BE3C-DEB13BBF2B8C}" type="pres">
      <dgm:prSet presAssocID="{9593C8D8-B53D-4A2D-9C2F-C1BFFEB6BEA4}" presName="sibTrans" presStyleCnt="0"/>
      <dgm:spPr/>
    </dgm:pt>
    <dgm:pt modelId="{BD661C5B-186D-4453-B7A2-876622BC2554}" type="pres">
      <dgm:prSet presAssocID="{988E1BE5-B52E-4419-9669-34C18D4C4C38}" presName="compNode" presStyleCnt="0"/>
      <dgm:spPr/>
    </dgm:pt>
    <dgm:pt modelId="{148B747E-580D-4FFD-9667-0D3E0AD008D9}" type="pres">
      <dgm:prSet presAssocID="{988E1BE5-B52E-4419-9669-34C18D4C4C38}" presName="iconBgRect" presStyleLbl="bgShp" presStyleIdx="2" presStyleCnt="4"/>
      <dgm:spPr/>
    </dgm:pt>
    <dgm:pt modelId="{C284206D-940B-4F48-9A59-C7BEA0648B10}" type="pres">
      <dgm:prSet presAssocID="{988E1BE5-B52E-4419-9669-34C18D4C4C3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eur"/>
        </a:ext>
      </dgm:extLst>
    </dgm:pt>
    <dgm:pt modelId="{630B8540-56BE-4E9D-87C5-A2955CE20D4F}" type="pres">
      <dgm:prSet presAssocID="{988E1BE5-B52E-4419-9669-34C18D4C4C38}" presName="spaceRect" presStyleCnt="0"/>
      <dgm:spPr/>
    </dgm:pt>
    <dgm:pt modelId="{602C1D9A-837D-4EBB-8023-7799D7C0DE44}" type="pres">
      <dgm:prSet presAssocID="{988E1BE5-B52E-4419-9669-34C18D4C4C38}" presName="textRect" presStyleLbl="revTx" presStyleIdx="2" presStyleCnt="4">
        <dgm:presLayoutVars>
          <dgm:chMax val="1"/>
          <dgm:chPref val="1"/>
        </dgm:presLayoutVars>
      </dgm:prSet>
      <dgm:spPr/>
    </dgm:pt>
    <dgm:pt modelId="{23E51E9B-AC85-45DE-9C2A-B4EC6D74160A}" type="pres">
      <dgm:prSet presAssocID="{3963BBAF-BA8A-4111-9527-173490FD269E}" presName="sibTrans" presStyleCnt="0"/>
      <dgm:spPr/>
    </dgm:pt>
    <dgm:pt modelId="{02AD19FC-F880-409B-BC9D-3ADE50B6A41B}" type="pres">
      <dgm:prSet presAssocID="{D9460E5B-248D-4429-9037-DE4314CC5A38}" presName="compNode" presStyleCnt="0"/>
      <dgm:spPr/>
    </dgm:pt>
    <dgm:pt modelId="{F93D298C-DC48-42A2-902A-67EFDC3AD1F2}" type="pres">
      <dgm:prSet presAssocID="{D9460E5B-248D-4429-9037-DE4314CC5A38}" presName="iconBgRect" presStyleLbl="bgShp" presStyleIdx="3" presStyleCnt="4"/>
      <dgm:spPr/>
    </dgm:pt>
    <dgm:pt modelId="{659C4EB3-3725-42AE-BA6A-552004084B4B}" type="pres">
      <dgm:prSet presAssocID="{D9460E5B-248D-4429-9037-DE4314CC5A3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onnées"/>
        </a:ext>
      </dgm:extLst>
    </dgm:pt>
    <dgm:pt modelId="{88267949-BDC9-4FCD-8A8B-012D43D9470A}" type="pres">
      <dgm:prSet presAssocID="{D9460E5B-248D-4429-9037-DE4314CC5A38}" presName="spaceRect" presStyleCnt="0"/>
      <dgm:spPr/>
    </dgm:pt>
    <dgm:pt modelId="{708CC5C7-4DBD-4B7D-AE0C-D9EF1D239478}" type="pres">
      <dgm:prSet presAssocID="{D9460E5B-248D-4429-9037-DE4314CC5A3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45DEC5C-6D77-44B7-9BAB-215345DC3D3A}" type="presOf" srcId="{09D43131-E1E0-42F4-A3C2-3B05D958F1E8}" destId="{DF57C340-79D5-4710-920A-19807BF9D1B7}" srcOrd="0" destOrd="0" presId="urn:microsoft.com/office/officeart/2018/5/layout/IconCircleLabelList"/>
    <dgm:cxn modelId="{9CD55F56-664A-4C9E-A711-E308CF29390A}" srcId="{16DA6FAF-5CF8-45AB-9B84-925AAE3A987D}" destId="{01BF7AC9-F66F-4945-A999-77AFBE8EE090}" srcOrd="1" destOrd="0" parTransId="{05C10D78-8252-4402-9D6F-916469CA1628}" sibTransId="{9593C8D8-B53D-4A2D-9C2F-C1BFFEB6BEA4}"/>
    <dgm:cxn modelId="{1897D884-43A7-459B-BC7C-C45BAE4F3C1B}" srcId="{16DA6FAF-5CF8-45AB-9B84-925AAE3A987D}" destId="{09D43131-E1E0-42F4-A3C2-3B05D958F1E8}" srcOrd="0" destOrd="0" parTransId="{29CD52C6-7B84-4972-B567-8C3A8BB1991B}" sibTransId="{EE7BCAE2-9A42-4FC4-BB02-69BC14E0A2BB}"/>
    <dgm:cxn modelId="{BA62808A-3FF4-4BDF-8BEE-69F4611C3A0E}" type="presOf" srcId="{988E1BE5-B52E-4419-9669-34C18D4C4C38}" destId="{602C1D9A-837D-4EBB-8023-7799D7C0DE44}" srcOrd="0" destOrd="0" presId="urn:microsoft.com/office/officeart/2018/5/layout/IconCircleLabelList"/>
    <dgm:cxn modelId="{A4865590-A99D-4390-9C40-8B7D503D7FAF}" type="presOf" srcId="{01BF7AC9-F66F-4945-A999-77AFBE8EE090}" destId="{EA6D3BA2-9FC7-4DA8-B094-A5A20F9CCE1B}" srcOrd="0" destOrd="0" presId="urn:microsoft.com/office/officeart/2018/5/layout/IconCircleLabelList"/>
    <dgm:cxn modelId="{1F11FB98-943C-4F3E-9475-FF06B0A547BB}" type="presOf" srcId="{D9460E5B-248D-4429-9037-DE4314CC5A38}" destId="{708CC5C7-4DBD-4B7D-AE0C-D9EF1D239478}" srcOrd="0" destOrd="0" presId="urn:microsoft.com/office/officeart/2018/5/layout/IconCircleLabelList"/>
    <dgm:cxn modelId="{6EAED5C1-7211-4313-AEB5-357A569CD654}" srcId="{16DA6FAF-5CF8-45AB-9B84-925AAE3A987D}" destId="{988E1BE5-B52E-4419-9669-34C18D4C4C38}" srcOrd="2" destOrd="0" parTransId="{F75E79A4-040C-4054-9B7D-F3ED1A8B389E}" sibTransId="{3963BBAF-BA8A-4111-9527-173490FD269E}"/>
    <dgm:cxn modelId="{373B1DCF-EBC5-41E7-8692-ABDAC06AD4C8}" type="presOf" srcId="{16DA6FAF-5CF8-45AB-9B84-925AAE3A987D}" destId="{D910A638-286A-43AC-83DC-A572670E420D}" srcOrd="0" destOrd="0" presId="urn:microsoft.com/office/officeart/2018/5/layout/IconCircleLabelList"/>
    <dgm:cxn modelId="{05ABB7D2-499A-4901-980F-E89C240439A6}" srcId="{16DA6FAF-5CF8-45AB-9B84-925AAE3A987D}" destId="{D9460E5B-248D-4429-9037-DE4314CC5A38}" srcOrd="3" destOrd="0" parTransId="{DCD1A185-F2FD-4AE9-B9BD-E63B5DF01358}" sibTransId="{993FA940-89C4-456F-8478-7BC262FF3466}"/>
    <dgm:cxn modelId="{168034A3-4B1D-42BE-89D2-4BF27B7F5714}" type="presParOf" srcId="{D910A638-286A-43AC-83DC-A572670E420D}" destId="{171FD45A-5612-473A-ABEE-7E1FF38E8421}" srcOrd="0" destOrd="0" presId="urn:microsoft.com/office/officeart/2018/5/layout/IconCircleLabelList"/>
    <dgm:cxn modelId="{947C425B-3DC1-4425-B595-138FEFCAB3E4}" type="presParOf" srcId="{171FD45A-5612-473A-ABEE-7E1FF38E8421}" destId="{D6393BFD-671F-4D7C-82D2-379752FFC4F7}" srcOrd="0" destOrd="0" presId="urn:microsoft.com/office/officeart/2018/5/layout/IconCircleLabelList"/>
    <dgm:cxn modelId="{2B6DCB4F-E75A-4102-A96C-10E8A7739698}" type="presParOf" srcId="{171FD45A-5612-473A-ABEE-7E1FF38E8421}" destId="{F84D30E3-44DE-4B66-8DFE-4401C2C98F84}" srcOrd="1" destOrd="0" presId="urn:microsoft.com/office/officeart/2018/5/layout/IconCircleLabelList"/>
    <dgm:cxn modelId="{75675400-2D03-4E36-B82F-0CEFA3C56B44}" type="presParOf" srcId="{171FD45A-5612-473A-ABEE-7E1FF38E8421}" destId="{5928819F-7F20-4E19-9617-AFAA8B42742F}" srcOrd="2" destOrd="0" presId="urn:microsoft.com/office/officeart/2018/5/layout/IconCircleLabelList"/>
    <dgm:cxn modelId="{5A195466-DF69-4A1B-B944-3A21374451C7}" type="presParOf" srcId="{171FD45A-5612-473A-ABEE-7E1FF38E8421}" destId="{DF57C340-79D5-4710-920A-19807BF9D1B7}" srcOrd="3" destOrd="0" presId="urn:microsoft.com/office/officeart/2018/5/layout/IconCircleLabelList"/>
    <dgm:cxn modelId="{54186F5D-B1F0-44E8-9CBD-55917291C5B1}" type="presParOf" srcId="{D910A638-286A-43AC-83DC-A572670E420D}" destId="{E7022AC0-1DEB-4B4F-83DB-81AB5F9C3D6E}" srcOrd="1" destOrd="0" presId="urn:microsoft.com/office/officeart/2018/5/layout/IconCircleLabelList"/>
    <dgm:cxn modelId="{EE0496E4-E2A4-4182-95B3-7A56A3037D52}" type="presParOf" srcId="{D910A638-286A-43AC-83DC-A572670E420D}" destId="{A1FDCC7C-D996-4FD3-A1DA-DEF4EBB9005A}" srcOrd="2" destOrd="0" presId="urn:microsoft.com/office/officeart/2018/5/layout/IconCircleLabelList"/>
    <dgm:cxn modelId="{204A82C4-FA8A-45F3-A93F-9FBB13302DA8}" type="presParOf" srcId="{A1FDCC7C-D996-4FD3-A1DA-DEF4EBB9005A}" destId="{68FF3E2A-E386-43F7-B38E-DF7252E3C1F8}" srcOrd="0" destOrd="0" presId="urn:microsoft.com/office/officeart/2018/5/layout/IconCircleLabelList"/>
    <dgm:cxn modelId="{F1D41C50-0C10-409C-81FD-A56F2F1996BA}" type="presParOf" srcId="{A1FDCC7C-D996-4FD3-A1DA-DEF4EBB9005A}" destId="{5EE26A50-F43D-446F-A8C2-1777910CC282}" srcOrd="1" destOrd="0" presId="urn:microsoft.com/office/officeart/2018/5/layout/IconCircleLabelList"/>
    <dgm:cxn modelId="{16B28D1B-E11A-4286-B5B3-ACAAB3142860}" type="presParOf" srcId="{A1FDCC7C-D996-4FD3-A1DA-DEF4EBB9005A}" destId="{B01A0515-AF90-4088-9999-406A512975A9}" srcOrd="2" destOrd="0" presId="urn:microsoft.com/office/officeart/2018/5/layout/IconCircleLabelList"/>
    <dgm:cxn modelId="{96262D09-229F-45F2-9845-DEF9919C0B13}" type="presParOf" srcId="{A1FDCC7C-D996-4FD3-A1DA-DEF4EBB9005A}" destId="{EA6D3BA2-9FC7-4DA8-B094-A5A20F9CCE1B}" srcOrd="3" destOrd="0" presId="urn:microsoft.com/office/officeart/2018/5/layout/IconCircleLabelList"/>
    <dgm:cxn modelId="{5D987856-CE0E-4E5A-8A1F-A42691E87BDE}" type="presParOf" srcId="{D910A638-286A-43AC-83DC-A572670E420D}" destId="{38B30553-B491-4150-BE3C-DEB13BBF2B8C}" srcOrd="3" destOrd="0" presId="urn:microsoft.com/office/officeart/2018/5/layout/IconCircleLabelList"/>
    <dgm:cxn modelId="{02D32DAD-DE14-4E40-ABE6-049A10D39FEF}" type="presParOf" srcId="{D910A638-286A-43AC-83DC-A572670E420D}" destId="{BD661C5B-186D-4453-B7A2-876622BC2554}" srcOrd="4" destOrd="0" presId="urn:microsoft.com/office/officeart/2018/5/layout/IconCircleLabelList"/>
    <dgm:cxn modelId="{B6217462-7AE2-45F7-A9B3-D03DDE249A05}" type="presParOf" srcId="{BD661C5B-186D-4453-B7A2-876622BC2554}" destId="{148B747E-580D-4FFD-9667-0D3E0AD008D9}" srcOrd="0" destOrd="0" presId="urn:microsoft.com/office/officeart/2018/5/layout/IconCircleLabelList"/>
    <dgm:cxn modelId="{0A728BE7-5892-4C16-974D-8484FA3CAF6B}" type="presParOf" srcId="{BD661C5B-186D-4453-B7A2-876622BC2554}" destId="{C284206D-940B-4F48-9A59-C7BEA0648B10}" srcOrd="1" destOrd="0" presId="urn:microsoft.com/office/officeart/2018/5/layout/IconCircleLabelList"/>
    <dgm:cxn modelId="{E9F83732-EC35-4AD6-9372-CA573175F7EA}" type="presParOf" srcId="{BD661C5B-186D-4453-B7A2-876622BC2554}" destId="{630B8540-56BE-4E9D-87C5-A2955CE20D4F}" srcOrd="2" destOrd="0" presId="urn:microsoft.com/office/officeart/2018/5/layout/IconCircleLabelList"/>
    <dgm:cxn modelId="{3E950FEB-DA35-4C67-A655-EDA93F577F28}" type="presParOf" srcId="{BD661C5B-186D-4453-B7A2-876622BC2554}" destId="{602C1D9A-837D-4EBB-8023-7799D7C0DE44}" srcOrd="3" destOrd="0" presId="urn:microsoft.com/office/officeart/2018/5/layout/IconCircleLabelList"/>
    <dgm:cxn modelId="{871271EC-1EA6-496D-9464-65A2B84BA9CE}" type="presParOf" srcId="{D910A638-286A-43AC-83DC-A572670E420D}" destId="{23E51E9B-AC85-45DE-9C2A-B4EC6D74160A}" srcOrd="5" destOrd="0" presId="urn:microsoft.com/office/officeart/2018/5/layout/IconCircleLabelList"/>
    <dgm:cxn modelId="{00F60326-87D7-4F0C-87A8-D5E7DB82BD19}" type="presParOf" srcId="{D910A638-286A-43AC-83DC-A572670E420D}" destId="{02AD19FC-F880-409B-BC9D-3ADE50B6A41B}" srcOrd="6" destOrd="0" presId="urn:microsoft.com/office/officeart/2018/5/layout/IconCircleLabelList"/>
    <dgm:cxn modelId="{7E40177A-C367-4BC4-B137-F5DB24AB5D2D}" type="presParOf" srcId="{02AD19FC-F880-409B-BC9D-3ADE50B6A41B}" destId="{F93D298C-DC48-42A2-902A-67EFDC3AD1F2}" srcOrd="0" destOrd="0" presId="urn:microsoft.com/office/officeart/2018/5/layout/IconCircleLabelList"/>
    <dgm:cxn modelId="{3C2388A4-1EF6-48C7-8F58-BE858418FBFC}" type="presParOf" srcId="{02AD19FC-F880-409B-BC9D-3ADE50B6A41B}" destId="{659C4EB3-3725-42AE-BA6A-552004084B4B}" srcOrd="1" destOrd="0" presId="urn:microsoft.com/office/officeart/2018/5/layout/IconCircleLabelList"/>
    <dgm:cxn modelId="{57758C7D-57CD-4A98-8E08-6AA4AF8745B2}" type="presParOf" srcId="{02AD19FC-F880-409B-BC9D-3ADE50B6A41B}" destId="{88267949-BDC9-4FCD-8A8B-012D43D9470A}" srcOrd="2" destOrd="0" presId="urn:microsoft.com/office/officeart/2018/5/layout/IconCircleLabelList"/>
    <dgm:cxn modelId="{CE1238AB-99A3-43CF-AEAC-7E07D0FF4E9A}" type="presParOf" srcId="{02AD19FC-F880-409B-BC9D-3ADE50B6A41B}" destId="{708CC5C7-4DBD-4B7D-AE0C-D9EF1D23947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8B95356-8A80-4240-A431-C45C63F201E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C0148C4-8A27-4B6C-AF93-E118917B8F30}">
      <dgm:prSet/>
      <dgm:spPr/>
      <dgm:t>
        <a:bodyPr/>
        <a:lstStyle/>
        <a:p>
          <a:r>
            <a:rPr lang="en-US"/>
            <a:t>Requires computing dynamic data in real-time</a:t>
          </a:r>
        </a:p>
      </dgm:t>
    </dgm:pt>
    <dgm:pt modelId="{EECA8EA7-B4E1-4980-A51E-412825D0B178}" type="parTrans" cxnId="{02C22881-27EC-4945-A837-161ABB1FF73F}">
      <dgm:prSet/>
      <dgm:spPr/>
      <dgm:t>
        <a:bodyPr/>
        <a:lstStyle/>
        <a:p>
          <a:endParaRPr lang="en-US"/>
        </a:p>
      </dgm:t>
    </dgm:pt>
    <dgm:pt modelId="{97F4765F-5334-4684-9C6B-B40D68E5FF00}" type="sibTrans" cxnId="{02C22881-27EC-4945-A837-161ABB1FF73F}">
      <dgm:prSet/>
      <dgm:spPr/>
      <dgm:t>
        <a:bodyPr/>
        <a:lstStyle/>
        <a:p>
          <a:endParaRPr lang="en-US"/>
        </a:p>
      </dgm:t>
    </dgm:pt>
    <dgm:pt modelId="{4A1B3E7A-6E1A-46D1-AF6E-F151F4BBDB80}">
      <dgm:prSet/>
      <dgm:spPr/>
      <dgm:t>
        <a:bodyPr/>
        <a:lstStyle/>
        <a:p>
          <a:r>
            <a:rPr lang="en-US"/>
            <a:t>Involves theorical algorithmic but also practical implementation</a:t>
          </a:r>
        </a:p>
      </dgm:t>
    </dgm:pt>
    <dgm:pt modelId="{4201B7BA-8A4A-4734-A4C1-7FD1734E63D8}" type="parTrans" cxnId="{8F78165D-2B59-4F51-9493-323F7A76C156}">
      <dgm:prSet/>
      <dgm:spPr/>
      <dgm:t>
        <a:bodyPr/>
        <a:lstStyle/>
        <a:p>
          <a:endParaRPr lang="en-US"/>
        </a:p>
      </dgm:t>
    </dgm:pt>
    <dgm:pt modelId="{7DB8AB87-F20B-45EC-8FB0-379237FCA2D2}" type="sibTrans" cxnId="{8F78165D-2B59-4F51-9493-323F7A76C156}">
      <dgm:prSet/>
      <dgm:spPr/>
      <dgm:t>
        <a:bodyPr/>
        <a:lstStyle/>
        <a:p>
          <a:endParaRPr lang="en-US"/>
        </a:p>
      </dgm:t>
    </dgm:pt>
    <dgm:pt modelId="{1F4EF688-5B2D-466E-BA62-DAC15825EB58}" type="pres">
      <dgm:prSet presAssocID="{88B95356-8A80-4240-A431-C45C63F201E4}" presName="root" presStyleCnt="0">
        <dgm:presLayoutVars>
          <dgm:dir/>
          <dgm:resizeHandles val="exact"/>
        </dgm:presLayoutVars>
      </dgm:prSet>
      <dgm:spPr/>
    </dgm:pt>
    <dgm:pt modelId="{AC20B696-46E0-47A4-82FB-96589C62028F}" type="pres">
      <dgm:prSet presAssocID="{1C0148C4-8A27-4B6C-AF93-E118917B8F30}" presName="compNode" presStyleCnt="0"/>
      <dgm:spPr/>
    </dgm:pt>
    <dgm:pt modelId="{BD770989-FD4C-4EB9-8E98-09DB90502D72}" type="pres">
      <dgm:prSet presAssocID="{1C0148C4-8A27-4B6C-AF93-E118917B8F30}" presName="bgRect" presStyleLbl="bgShp" presStyleIdx="0" presStyleCnt="2"/>
      <dgm:spPr/>
    </dgm:pt>
    <dgm:pt modelId="{9C1F2D8C-6346-4CBD-8961-4386C66A8847}" type="pres">
      <dgm:prSet presAssocID="{1C0148C4-8A27-4B6C-AF93-E118917B8F3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3BF88863-AB71-4CC5-9F36-5AB47A9E07C3}" type="pres">
      <dgm:prSet presAssocID="{1C0148C4-8A27-4B6C-AF93-E118917B8F30}" presName="spaceRect" presStyleCnt="0"/>
      <dgm:spPr/>
    </dgm:pt>
    <dgm:pt modelId="{CA51363C-1804-4C39-B496-96F44012163A}" type="pres">
      <dgm:prSet presAssocID="{1C0148C4-8A27-4B6C-AF93-E118917B8F30}" presName="parTx" presStyleLbl="revTx" presStyleIdx="0" presStyleCnt="2">
        <dgm:presLayoutVars>
          <dgm:chMax val="0"/>
          <dgm:chPref val="0"/>
        </dgm:presLayoutVars>
      </dgm:prSet>
      <dgm:spPr/>
    </dgm:pt>
    <dgm:pt modelId="{0678E568-C22A-4B01-B321-A71EC0A58F1E}" type="pres">
      <dgm:prSet presAssocID="{97F4765F-5334-4684-9C6B-B40D68E5FF00}" presName="sibTrans" presStyleCnt="0"/>
      <dgm:spPr/>
    </dgm:pt>
    <dgm:pt modelId="{C9282467-A37D-4249-BA5D-69DDBD9E4896}" type="pres">
      <dgm:prSet presAssocID="{4A1B3E7A-6E1A-46D1-AF6E-F151F4BBDB80}" presName="compNode" presStyleCnt="0"/>
      <dgm:spPr/>
    </dgm:pt>
    <dgm:pt modelId="{9924B913-E861-4A40-AAD0-52EFE8008831}" type="pres">
      <dgm:prSet presAssocID="{4A1B3E7A-6E1A-46D1-AF6E-F151F4BBDB80}" presName="bgRect" presStyleLbl="bgShp" presStyleIdx="1" presStyleCnt="2"/>
      <dgm:spPr/>
    </dgm:pt>
    <dgm:pt modelId="{913098AE-D4D2-44A4-B19D-E3DF76451CCE}" type="pres">
      <dgm:prSet presAssocID="{4A1B3E7A-6E1A-46D1-AF6E-F151F4BBDB8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lle"/>
        </a:ext>
      </dgm:extLst>
    </dgm:pt>
    <dgm:pt modelId="{4A0FE9B9-EE63-4845-9F32-0CD3E69784FE}" type="pres">
      <dgm:prSet presAssocID="{4A1B3E7A-6E1A-46D1-AF6E-F151F4BBDB80}" presName="spaceRect" presStyleCnt="0"/>
      <dgm:spPr/>
    </dgm:pt>
    <dgm:pt modelId="{1C2DF564-FDF2-4AA9-898D-7881E422C19A}" type="pres">
      <dgm:prSet presAssocID="{4A1B3E7A-6E1A-46D1-AF6E-F151F4BBDB80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AEB95727-E9B8-4EDE-9A62-36920640137B}" type="presOf" srcId="{88B95356-8A80-4240-A431-C45C63F201E4}" destId="{1F4EF688-5B2D-466E-BA62-DAC15825EB58}" srcOrd="0" destOrd="0" presId="urn:microsoft.com/office/officeart/2018/2/layout/IconVerticalSolidList"/>
    <dgm:cxn modelId="{8F78165D-2B59-4F51-9493-323F7A76C156}" srcId="{88B95356-8A80-4240-A431-C45C63F201E4}" destId="{4A1B3E7A-6E1A-46D1-AF6E-F151F4BBDB80}" srcOrd="1" destOrd="0" parTransId="{4201B7BA-8A4A-4734-A4C1-7FD1734E63D8}" sibTransId="{7DB8AB87-F20B-45EC-8FB0-379237FCA2D2}"/>
    <dgm:cxn modelId="{02C22881-27EC-4945-A837-161ABB1FF73F}" srcId="{88B95356-8A80-4240-A431-C45C63F201E4}" destId="{1C0148C4-8A27-4B6C-AF93-E118917B8F30}" srcOrd="0" destOrd="0" parTransId="{EECA8EA7-B4E1-4980-A51E-412825D0B178}" sibTransId="{97F4765F-5334-4684-9C6B-B40D68E5FF00}"/>
    <dgm:cxn modelId="{D7F79DC0-0E5C-4005-9C4A-AF799786AB79}" type="presOf" srcId="{4A1B3E7A-6E1A-46D1-AF6E-F151F4BBDB80}" destId="{1C2DF564-FDF2-4AA9-898D-7881E422C19A}" srcOrd="0" destOrd="0" presId="urn:microsoft.com/office/officeart/2018/2/layout/IconVerticalSolidList"/>
    <dgm:cxn modelId="{FC48DFCF-E689-4ACD-B23B-3EE57D59B639}" type="presOf" srcId="{1C0148C4-8A27-4B6C-AF93-E118917B8F30}" destId="{CA51363C-1804-4C39-B496-96F44012163A}" srcOrd="0" destOrd="0" presId="urn:microsoft.com/office/officeart/2018/2/layout/IconVerticalSolidList"/>
    <dgm:cxn modelId="{43A20495-9BA6-474B-9405-C31D6DB88110}" type="presParOf" srcId="{1F4EF688-5B2D-466E-BA62-DAC15825EB58}" destId="{AC20B696-46E0-47A4-82FB-96589C62028F}" srcOrd="0" destOrd="0" presId="urn:microsoft.com/office/officeart/2018/2/layout/IconVerticalSolidList"/>
    <dgm:cxn modelId="{75532D00-E408-453F-AB7F-B32994D2733E}" type="presParOf" srcId="{AC20B696-46E0-47A4-82FB-96589C62028F}" destId="{BD770989-FD4C-4EB9-8E98-09DB90502D72}" srcOrd="0" destOrd="0" presId="urn:microsoft.com/office/officeart/2018/2/layout/IconVerticalSolidList"/>
    <dgm:cxn modelId="{C201484F-448E-4E8D-B762-5384AB895661}" type="presParOf" srcId="{AC20B696-46E0-47A4-82FB-96589C62028F}" destId="{9C1F2D8C-6346-4CBD-8961-4386C66A8847}" srcOrd="1" destOrd="0" presId="urn:microsoft.com/office/officeart/2018/2/layout/IconVerticalSolidList"/>
    <dgm:cxn modelId="{47647769-4BA0-4C2C-8F1F-09152545A780}" type="presParOf" srcId="{AC20B696-46E0-47A4-82FB-96589C62028F}" destId="{3BF88863-AB71-4CC5-9F36-5AB47A9E07C3}" srcOrd="2" destOrd="0" presId="urn:microsoft.com/office/officeart/2018/2/layout/IconVerticalSolidList"/>
    <dgm:cxn modelId="{780ADABD-2502-4363-BB12-61A373C61514}" type="presParOf" srcId="{AC20B696-46E0-47A4-82FB-96589C62028F}" destId="{CA51363C-1804-4C39-B496-96F44012163A}" srcOrd="3" destOrd="0" presId="urn:microsoft.com/office/officeart/2018/2/layout/IconVerticalSolidList"/>
    <dgm:cxn modelId="{079097E5-E73E-429B-875A-0A3E7586F94D}" type="presParOf" srcId="{1F4EF688-5B2D-466E-BA62-DAC15825EB58}" destId="{0678E568-C22A-4B01-B321-A71EC0A58F1E}" srcOrd="1" destOrd="0" presId="urn:microsoft.com/office/officeart/2018/2/layout/IconVerticalSolidList"/>
    <dgm:cxn modelId="{F789B8BB-CF7C-409F-9885-911BCD6BAF0F}" type="presParOf" srcId="{1F4EF688-5B2D-466E-BA62-DAC15825EB58}" destId="{C9282467-A37D-4249-BA5D-69DDBD9E4896}" srcOrd="2" destOrd="0" presId="urn:microsoft.com/office/officeart/2018/2/layout/IconVerticalSolidList"/>
    <dgm:cxn modelId="{AC28FFB2-FD9C-475A-AFF2-1F72DFB02CD0}" type="presParOf" srcId="{C9282467-A37D-4249-BA5D-69DDBD9E4896}" destId="{9924B913-E861-4A40-AAD0-52EFE8008831}" srcOrd="0" destOrd="0" presId="urn:microsoft.com/office/officeart/2018/2/layout/IconVerticalSolidList"/>
    <dgm:cxn modelId="{577F8EA7-1A52-4FE1-A4FC-6FE1F97FF753}" type="presParOf" srcId="{C9282467-A37D-4249-BA5D-69DDBD9E4896}" destId="{913098AE-D4D2-44A4-B19D-E3DF76451CCE}" srcOrd="1" destOrd="0" presId="urn:microsoft.com/office/officeart/2018/2/layout/IconVerticalSolidList"/>
    <dgm:cxn modelId="{0BEEA250-2E91-40F5-90A2-1D61489DADBC}" type="presParOf" srcId="{C9282467-A37D-4249-BA5D-69DDBD9E4896}" destId="{4A0FE9B9-EE63-4845-9F32-0CD3E69784FE}" srcOrd="2" destOrd="0" presId="urn:microsoft.com/office/officeart/2018/2/layout/IconVerticalSolidList"/>
    <dgm:cxn modelId="{D389D35C-AB77-496E-9600-5AC7C22B764C}" type="presParOf" srcId="{C9282467-A37D-4249-BA5D-69DDBD9E4896}" destId="{1C2DF564-FDF2-4AA9-898D-7881E422C19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C49BCAC-28F3-414F-9E68-88229426EEB9}" type="doc">
      <dgm:prSet loTypeId="urn:microsoft.com/office/officeart/2005/8/layout/vList5" loCatId="list" qsTypeId="urn:microsoft.com/office/officeart/2005/8/quickstyle/simple2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459EA895-1B47-4ED1-AFD5-E966E6358EBB}">
      <dgm:prSet/>
      <dgm:spPr/>
      <dgm:t>
        <a:bodyPr/>
        <a:lstStyle/>
        <a:p>
          <a:r>
            <a:rPr lang="en-US" dirty="0"/>
            <a:t>Implement a web application to handle both ranking systems</a:t>
          </a:r>
        </a:p>
      </dgm:t>
    </dgm:pt>
    <dgm:pt modelId="{9CEDC768-BDD1-4CBB-9E69-5802CDEFA605}" type="parTrans" cxnId="{5F081C2A-834B-46FE-A003-85419204352A}">
      <dgm:prSet/>
      <dgm:spPr/>
      <dgm:t>
        <a:bodyPr/>
        <a:lstStyle/>
        <a:p>
          <a:endParaRPr lang="en-US"/>
        </a:p>
      </dgm:t>
    </dgm:pt>
    <dgm:pt modelId="{A755DFFA-0039-466D-899D-2863380B9EEB}" type="sibTrans" cxnId="{5F081C2A-834B-46FE-A003-85419204352A}">
      <dgm:prSet/>
      <dgm:spPr/>
      <dgm:t>
        <a:bodyPr/>
        <a:lstStyle/>
        <a:p>
          <a:endParaRPr lang="en-US"/>
        </a:p>
      </dgm:t>
    </dgm:pt>
    <dgm:pt modelId="{C3434769-D146-41FF-9B37-2176E7EC31E2}">
      <dgm:prSet/>
      <dgm:spPr/>
      <dgm:t>
        <a:bodyPr/>
        <a:lstStyle/>
        <a:p>
          <a:r>
            <a:rPr lang="en-US"/>
            <a:t>Elo will be put forward for lower ranks and glicko for higher ranks</a:t>
          </a:r>
        </a:p>
      </dgm:t>
    </dgm:pt>
    <dgm:pt modelId="{42A63622-1917-42CA-8C26-17427C762233}" type="parTrans" cxnId="{A9232654-A0EC-468C-9C27-040AF56E0C88}">
      <dgm:prSet/>
      <dgm:spPr/>
      <dgm:t>
        <a:bodyPr/>
        <a:lstStyle/>
        <a:p>
          <a:endParaRPr lang="en-US"/>
        </a:p>
      </dgm:t>
    </dgm:pt>
    <dgm:pt modelId="{67673B6B-A903-4B04-B012-44C2AB69D807}" type="sibTrans" cxnId="{A9232654-A0EC-468C-9C27-040AF56E0C88}">
      <dgm:prSet/>
      <dgm:spPr/>
      <dgm:t>
        <a:bodyPr/>
        <a:lstStyle/>
        <a:p>
          <a:endParaRPr lang="en-US"/>
        </a:p>
      </dgm:t>
    </dgm:pt>
    <dgm:pt modelId="{F4AF4DB9-E2CA-42B6-8727-06BC1C355CBB}">
      <dgm:prSet/>
      <dgm:spPr/>
      <dgm:t>
        <a:bodyPr/>
        <a:lstStyle/>
        <a:p>
          <a:r>
            <a:rPr lang="en-US"/>
            <a:t>The app will just allow to view profiles and rankings for normal users</a:t>
          </a:r>
        </a:p>
      </dgm:t>
    </dgm:pt>
    <dgm:pt modelId="{0CAFB534-21E3-41F8-913F-D12156F1D226}" type="parTrans" cxnId="{B354E407-022C-4277-9A2D-D4A6D3173BA1}">
      <dgm:prSet/>
      <dgm:spPr/>
      <dgm:t>
        <a:bodyPr/>
        <a:lstStyle/>
        <a:p>
          <a:endParaRPr lang="en-US"/>
        </a:p>
      </dgm:t>
    </dgm:pt>
    <dgm:pt modelId="{0B3CBC44-5600-4392-8D77-3738781FC46E}" type="sibTrans" cxnId="{B354E407-022C-4277-9A2D-D4A6D3173BA1}">
      <dgm:prSet/>
      <dgm:spPr/>
      <dgm:t>
        <a:bodyPr/>
        <a:lstStyle/>
        <a:p>
          <a:endParaRPr lang="en-US"/>
        </a:p>
      </dgm:t>
    </dgm:pt>
    <dgm:pt modelId="{63824F41-10A7-40AD-9299-0172F6905A2B}">
      <dgm:prSet/>
      <dgm:spPr/>
      <dgm:t>
        <a:bodyPr/>
        <a:lstStyle/>
        <a:p>
          <a:r>
            <a:rPr lang="en-US"/>
            <a:t>Admin should be able to start/end games, handle profiles and record results</a:t>
          </a:r>
        </a:p>
      </dgm:t>
    </dgm:pt>
    <dgm:pt modelId="{F791731C-8C81-41A4-8F68-274E103D0ED6}" type="parTrans" cxnId="{6F6F3126-E673-4DC4-919F-CE7C72F14271}">
      <dgm:prSet/>
      <dgm:spPr/>
      <dgm:t>
        <a:bodyPr/>
        <a:lstStyle/>
        <a:p>
          <a:endParaRPr lang="en-US"/>
        </a:p>
      </dgm:t>
    </dgm:pt>
    <dgm:pt modelId="{8627D2AA-E5DA-477A-AB03-02FD12B66DAF}" type="sibTrans" cxnId="{6F6F3126-E673-4DC4-919F-CE7C72F14271}">
      <dgm:prSet/>
      <dgm:spPr/>
      <dgm:t>
        <a:bodyPr/>
        <a:lstStyle/>
        <a:p>
          <a:endParaRPr lang="en-US"/>
        </a:p>
      </dgm:t>
    </dgm:pt>
    <dgm:pt modelId="{A47439FF-5ED8-4B56-9C1F-596FDCF07FBD}" type="pres">
      <dgm:prSet presAssocID="{5C49BCAC-28F3-414F-9E68-88229426EEB9}" presName="Name0" presStyleCnt="0">
        <dgm:presLayoutVars>
          <dgm:dir/>
          <dgm:animLvl val="lvl"/>
          <dgm:resizeHandles val="exact"/>
        </dgm:presLayoutVars>
      </dgm:prSet>
      <dgm:spPr/>
    </dgm:pt>
    <dgm:pt modelId="{DC2D5B39-076D-46B8-A0BA-A85AF75546B3}" type="pres">
      <dgm:prSet presAssocID="{459EA895-1B47-4ED1-AFD5-E966E6358EBB}" presName="linNode" presStyleCnt="0"/>
      <dgm:spPr/>
    </dgm:pt>
    <dgm:pt modelId="{ECC87452-056B-48AB-9A1F-DD82A23B16F7}" type="pres">
      <dgm:prSet presAssocID="{459EA895-1B47-4ED1-AFD5-E966E6358EBB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312E0E40-0F48-480A-AF00-971E7FA7B597}" type="pres">
      <dgm:prSet presAssocID="{A755DFFA-0039-466D-899D-2863380B9EEB}" presName="sp" presStyleCnt="0"/>
      <dgm:spPr/>
    </dgm:pt>
    <dgm:pt modelId="{A41AB103-3A12-498C-8F62-53A3C444ECE8}" type="pres">
      <dgm:prSet presAssocID="{C3434769-D146-41FF-9B37-2176E7EC31E2}" presName="linNode" presStyleCnt="0"/>
      <dgm:spPr/>
    </dgm:pt>
    <dgm:pt modelId="{2BF662CE-A59B-49AA-8CAF-9D280CB2B3FF}" type="pres">
      <dgm:prSet presAssocID="{C3434769-D146-41FF-9B37-2176E7EC31E2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F813FD1E-F41D-4915-A48E-2C76F81BE259}" type="pres">
      <dgm:prSet presAssocID="{67673B6B-A903-4B04-B012-44C2AB69D807}" presName="sp" presStyleCnt="0"/>
      <dgm:spPr/>
    </dgm:pt>
    <dgm:pt modelId="{EBEB6A33-4991-4F6E-90D0-FF15A1482F66}" type="pres">
      <dgm:prSet presAssocID="{F4AF4DB9-E2CA-42B6-8727-06BC1C355CBB}" presName="linNode" presStyleCnt="0"/>
      <dgm:spPr/>
    </dgm:pt>
    <dgm:pt modelId="{727C0957-7C1B-4942-81C2-9E1EA3605ED1}" type="pres">
      <dgm:prSet presAssocID="{F4AF4DB9-E2CA-42B6-8727-06BC1C355CBB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FCC5B420-2B46-4B0A-BAC4-EBFA28A57785}" type="pres">
      <dgm:prSet presAssocID="{0B3CBC44-5600-4392-8D77-3738781FC46E}" presName="sp" presStyleCnt="0"/>
      <dgm:spPr/>
    </dgm:pt>
    <dgm:pt modelId="{547E6821-4F0A-4D54-B93F-CDC50511F9F5}" type="pres">
      <dgm:prSet presAssocID="{63824F41-10A7-40AD-9299-0172F6905A2B}" presName="linNode" presStyleCnt="0"/>
      <dgm:spPr/>
    </dgm:pt>
    <dgm:pt modelId="{F648F9FF-7706-4145-B42B-F325C9AE3937}" type="pres">
      <dgm:prSet presAssocID="{63824F41-10A7-40AD-9299-0172F6905A2B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B354E407-022C-4277-9A2D-D4A6D3173BA1}" srcId="{5C49BCAC-28F3-414F-9E68-88229426EEB9}" destId="{F4AF4DB9-E2CA-42B6-8727-06BC1C355CBB}" srcOrd="2" destOrd="0" parTransId="{0CAFB534-21E3-41F8-913F-D12156F1D226}" sibTransId="{0B3CBC44-5600-4392-8D77-3738781FC46E}"/>
    <dgm:cxn modelId="{D60B7508-3A36-4D3D-9B8C-82C33778DFE9}" type="presOf" srcId="{5C49BCAC-28F3-414F-9E68-88229426EEB9}" destId="{A47439FF-5ED8-4B56-9C1F-596FDCF07FBD}" srcOrd="0" destOrd="0" presId="urn:microsoft.com/office/officeart/2005/8/layout/vList5"/>
    <dgm:cxn modelId="{6F6F3126-E673-4DC4-919F-CE7C72F14271}" srcId="{5C49BCAC-28F3-414F-9E68-88229426EEB9}" destId="{63824F41-10A7-40AD-9299-0172F6905A2B}" srcOrd="3" destOrd="0" parTransId="{F791731C-8C81-41A4-8F68-274E103D0ED6}" sibTransId="{8627D2AA-E5DA-477A-AB03-02FD12B66DAF}"/>
    <dgm:cxn modelId="{5F081C2A-834B-46FE-A003-85419204352A}" srcId="{5C49BCAC-28F3-414F-9E68-88229426EEB9}" destId="{459EA895-1B47-4ED1-AFD5-E966E6358EBB}" srcOrd="0" destOrd="0" parTransId="{9CEDC768-BDD1-4CBB-9E69-5802CDEFA605}" sibTransId="{A755DFFA-0039-466D-899D-2863380B9EEB}"/>
    <dgm:cxn modelId="{54026547-25B1-47D0-9EBF-E53F6947247A}" type="presOf" srcId="{C3434769-D146-41FF-9B37-2176E7EC31E2}" destId="{2BF662CE-A59B-49AA-8CAF-9D280CB2B3FF}" srcOrd="0" destOrd="0" presId="urn:microsoft.com/office/officeart/2005/8/layout/vList5"/>
    <dgm:cxn modelId="{A9232654-A0EC-468C-9C27-040AF56E0C88}" srcId="{5C49BCAC-28F3-414F-9E68-88229426EEB9}" destId="{C3434769-D146-41FF-9B37-2176E7EC31E2}" srcOrd="1" destOrd="0" parTransId="{42A63622-1917-42CA-8C26-17427C762233}" sibTransId="{67673B6B-A903-4B04-B012-44C2AB69D807}"/>
    <dgm:cxn modelId="{9A96DF8E-AA78-4943-A213-ABEF0E4CFED6}" type="presOf" srcId="{459EA895-1B47-4ED1-AFD5-E966E6358EBB}" destId="{ECC87452-056B-48AB-9A1F-DD82A23B16F7}" srcOrd="0" destOrd="0" presId="urn:microsoft.com/office/officeart/2005/8/layout/vList5"/>
    <dgm:cxn modelId="{370A5EBD-CC6C-4FAC-B252-66D8C331EAA0}" type="presOf" srcId="{63824F41-10A7-40AD-9299-0172F6905A2B}" destId="{F648F9FF-7706-4145-B42B-F325C9AE3937}" srcOrd="0" destOrd="0" presId="urn:microsoft.com/office/officeart/2005/8/layout/vList5"/>
    <dgm:cxn modelId="{64B7F4F8-62E2-499A-9CB2-4E89F6F09F76}" type="presOf" srcId="{F4AF4DB9-E2CA-42B6-8727-06BC1C355CBB}" destId="{727C0957-7C1B-4942-81C2-9E1EA3605ED1}" srcOrd="0" destOrd="0" presId="urn:microsoft.com/office/officeart/2005/8/layout/vList5"/>
    <dgm:cxn modelId="{F0397C12-6A2B-42FB-8A88-606461044E38}" type="presParOf" srcId="{A47439FF-5ED8-4B56-9C1F-596FDCF07FBD}" destId="{DC2D5B39-076D-46B8-A0BA-A85AF75546B3}" srcOrd="0" destOrd="0" presId="urn:microsoft.com/office/officeart/2005/8/layout/vList5"/>
    <dgm:cxn modelId="{7F90412F-0D06-43DB-9662-ED344333ADFA}" type="presParOf" srcId="{DC2D5B39-076D-46B8-A0BA-A85AF75546B3}" destId="{ECC87452-056B-48AB-9A1F-DD82A23B16F7}" srcOrd="0" destOrd="0" presId="urn:microsoft.com/office/officeart/2005/8/layout/vList5"/>
    <dgm:cxn modelId="{9BAC3B5C-49B1-4B01-BF6E-CBCDE23DD6BE}" type="presParOf" srcId="{A47439FF-5ED8-4B56-9C1F-596FDCF07FBD}" destId="{312E0E40-0F48-480A-AF00-971E7FA7B597}" srcOrd="1" destOrd="0" presId="urn:microsoft.com/office/officeart/2005/8/layout/vList5"/>
    <dgm:cxn modelId="{9C5028D9-BC65-4AB5-BFCD-481FA7163D49}" type="presParOf" srcId="{A47439FF-5ED8-4B56-9C1F-596FDCF07FBD}" destId="{A41AB103-3A12-498C-8F62-53A3C444ECE8}" srcOrd="2" destOrd="0" presId="urn:microsoft.com/office/officeart/2005/8/layout/vList5"/>
    <dgm:cxn modelId="{FE798930-3459-4807-8E28-613F7E740300}" type="presParOf" srcId="{A41AB103-3A12-498C-8F62-53A3C444ECE8}" destId="{2BF662CE-A59B-49AA-8CAF-9D280CB2B3FF}" srcOrd="0" destOrd="0" presId="urn:microsoft.com/office/officeart/2005/8/layout/vList5"/>
    <dgm:cxn modelId="{9F19B5DD-6E52-4041-B187-8FC893FDEE36}" type="presParOf" srcId="{A47439FF-5ED8-4B56-9C1F-596FDCF07FBD}" destId="{F813FD1E-F41D-4915-A48E-2C76F81BE259}" srcOrd="3" destOrd="0" presId="urn:microsoft.com/office/officeart/2005/8/layout/vList5"/>
    <dgm:cxn modelId="{048B2231-DF4F-4133-8783-2B5324A777A8}" type="presParOf" srcId="{A47439FF-5ED8-4B56-9C1F-596FDCF07FBD}" destId="{EBEB6A33-4991-4F6E-90D0-FF15A1482F66}" srcOrd="4" destOrd="0" presId="urn:microsoft.com/office/officeart/2005/8/layout/vList5"/>
    <dgm:cxn modelId="{9E033D0F-CBCF-4D63-9CF0-C53484D50E44}" type="presParOf" srcId="{EBEB6A33-4991-4F6E-90D0-FF15A1482F66}" destId="{727C0957-7C1B-4942-81C2-9E1EA3605ED1}" srcOrd="0" destOrd="0" presId="urn:microsoft.com/office/officeart/2005/8/layout/vList5"/>
    <dgm:cxn modelId="{8D60EDED-267A-492B-818E-71C645D08BDB}" type="presParOf" srcId="{A47439FF-5ED8-4B56-9C1F-596FDCF07FBD}" destId="{FCC5B420-2B46-4B0A-BAC4-EBFA28A57785}" srcOrd="5" destOrd="0" presId="urn:microsoft.com/office/officeart/2005/8/layout/vList5"/>
    <dgm:cxn modelId="{BD5AC5B3-ABD2-4173-B064-EAB797A49BC4}" type="presParOf" srcId="{A47439FF-5ED8-4B56-9C1F-596FDCF07FBD}" destId="{547E6821-4F0A-4D54-B93F-CDC50511F9F5}" srcOrd="6" destOrd="0" presId="urn:microsoft.com/office/officeart/2005/8/layout/vList5"/>
    <dgm:cxn modelId="{DC514A0B-8ADA-4FAF-8146-3A3E91C8F686}" type="presParOf" srcId="{547E6821-4F0A-4D54-B93F-CDC50511F9F5}" destId="{F648F9FF-7706-4145-B42B-F325C9AE3937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393BFD-671F-4D7C-82D2-379752FFC4F7}">
      <dsp:nvSpPr>
        <dsp:cNvPr id="0" name=""/>
        <dsp:cNvSpPr/>
      </dsp:nvSpPr>
      <dsp:spPr>
        <a:xfrm>
          <a:off x="973190" y="986724"/>
          <a:ext cx="1264141" cy="1264141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4D30E3-44DE-4B66-8DFE-4401C2C98F84}">
      <dsp:nvSpPr>
        <dsp:cNvPr id="0" name=""/>
        <dsp:cNvSpPr/>
      </dsp:nvSpPr>
      <dsp:spPr>
        <a:xfrm>
          <a:off x="1242597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57C340-79D5-4710-920A-19807BF9D1B7}">
      <dsp:nvSpPr>
        <dsp:cNvPr id="0" name=""/>
        <dsp:cNvSpPr/>
      </dsp:nvSpPr>
      <dsp:spPr>
        <a:xfrm>
          <a:off x="569079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Implement a web application (using Django Framework)</a:t>
          </a:r>
        </a:p>
      </dsp:txBody>
      <dsp:txXfrm>
        <a:off x="569079" y="2644614"/>
        <a:ext cx="2072362" cy="720000"/>
      </dsp:txXfrm>
    </dsp:sp>
    <dsp:sp modelId="{68FF3E2A-E386-43F7-B38E-DF7252E3C1F8}">
      <dsp:nvSpPr>
        <dsp:cNvPr id="0" name=""/>
        <dsp:cNvSpPr/>
      </dsp:nvSpPr>
      <dsp:spPr>
        <a:xfrm>
          <a:off x="3408216" y="986724"/>
          <a:ext cx="1264141" cy="1264141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E26A50-F43D-446F-A8C2-1777910CC282}">
      <dsp:nvSpPr>
        <dsp:cNvPr id="0" name=""/>
        <dsp:cNvSpPr/>
      </dsp:nvSpPr>
      <dsp:spPr>
        <a:xfrm>
          <a:off x="3677623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6D3BA2-9FC7-4DA8-B094-A5A20F9CCE1B}">
      <dsp:nvSpPr>
        <dsp:cNvPr id="0" name=""/>
        <dsp:cNvSpPr/>
      </dsp:nvSpPr>
      <dsp:spPr>
        <a:xfrm>
          <a:off x="3004105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Design a functional ranking algorithm based on the elo and glicko models</a:t>
          </a:r>
        </a:p>
      </dsp:txBody>
      <dsp:txXfrm>
        <a:off x="3004105" y="2644614"/>
        <a:ext cx="2072362" cy="720000"/>
      </dsp:txXfrm>
    </dsp:sp>
    <dsp:sp modelId="{148B747E-580D-4FFD-9667-0D3E0AD008D9}">
      <dsp:nvSpPr>
        <dsp:cNvPr id="0" name=""/>
        <dsp:cNvSpPr/>
      </dsp:nvSpPr>
      <dsp:spPr>
        <a:xfrm>
          <a:off x="5843242" y="986724"/>
          <a:ext cx="1264141" cy="1264141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84206D-940B-4F48-9A59-C7BEA0648B10}">
      <dsp:nvSpPr>
        <dsp:cNvPr id="0" name=""/>
        <dsp:cNvSpPr/>
      </dsp:nvSpPr>
      <dsp:spPr>
        <a:xfrm>
          <a:off x="6112649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2C1D9A-837D-4EBB-8023-7799D7C0DE44}">
      <dsp:nvSpPr>
        <dsp:cNvPr id="0" name=""/>
        <dsp:cNvSpPr/>
      </dsp:nvSpPr>
      <dsp:spPr>
        <a:xfrm>
          <a:off x="5439131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Implement two types of user to the app: player and admin</a:t>
          </a:r>
        </a:p>
      </dsp:txBody>
      <dsp:txXfrm>
        <a:off x="5439131" y="2644614"/>
        <a:ext cx="2072362" cy="720000"/>
      </dsp:txXfrm>
    </dsp:sp>
    <dsp:sp modelId="{F93D298C-DC48-42A2-902A-67EFDC3AD1F2}">
      <dsp:nvSpPr>
        <dsp:cNvPr id="0" name=""/>
        <dsp:cNvSpPr/>
      </dsp:nvSpPr>
      <dsp:spPr>
        <a:xfrm>
          <a:off x="8278268" y="986724"/>
          <a:ext cx="1264141" cy="1264141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9C4EB3-3725-42AE-BA6A-552004084B4B}">
      <dsp:nvSpPr>
        <dsp:cNvPr id="0" name=""/>
        <dsp:cNvSpPr/>
      </dsp:nvSpPr>
      <dsp:spPr>
        <a:xfrm>
          <a:off x="8547675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8CC5C7-4DBD-4B7D-AE0C-D9EF1D239478}">
      <dsp:nvSpPr>
        <dsp:cNvPr id="0" name=""/>
        <dsp:cNvSpPr/>
      </dsp:nvSpPr>
      <dsp:spPr>
        <a:xfrm>
          <a:off x="7874157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Design and implement a database to store useful information for the system</a:t>
          </a:r>
        </a:p>
      </dsp:txBody>
      <dsp:txXfrm>
        <a:off x="7874157" y="2644614"/>
        <a:ext cx="207236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770989-FD4C-4EB9-8E98-09DB90502D72}">
      <dsp:nvSpPr>
        <dsp:cNvPr id="0" name=""/>
        <dsp:cNvSpPr/>
      </dsp:nvSpPr>
      <dsp:spPr>
        <a:xfrm>
          <a:off x="0" y="707092"/>
          <a:ext cx="10515600" cy="130540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1F2D8C-6346-4CBD-8961-4386C66A8847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51363C-1804-4C39-B496-96F44012163A}">
      <dsp:nvSpPr>
        <dsp:cNvPr id="0" name=""/>
        <dsp:cNvSpPr/>
      </dsp:nvSpPr>
      <dsp:spPr>
        <a:xfrm>
          <a:off x="1507738" y="707092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Requires computing dynamic data in real-time</a:t>
          </a:r>
        </a:p>
      </dsp:txBody>
      <dsp:txXfrm>
        <a:off x="1507738" y="707092"/>
        <a:ext cx="9007861" cy="1305401"/>
      </dsp:txXfrm>
    </dsp:sp>
    <dsp:sp modelId="{9924B913-E861-4A40-AAD0-52EFE8008831}">
      <dsp:nvSpPr>
        <dsp:cNvPr id="0" name=""/>
        <dsp:cNvSpPr/>
      </dsp:nvSpPr>
      <dsp:spPr>
        <a:xfrm>
          <a:off x="0" y="2338844"/>
          <a:ext cx="10515600" cy="130540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3098AE-D4D2-44A4-B19D-E3DF76451CCE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2DF564-FDF2-4AA9-898D-7881E422C19A}">
      <dsp:nvSpPr>
        <dsp:cNvPr id="0" name=""/>
        <dsp:cNvSpPr/>
      </dsp:nvSpPr>
      <dsp:spPr>
        <a:xfrm>
          <a:off x="1507738" y="2338844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Involves theorical algorithmic but also practical implementation</a:t>
          </a:r>
        </a:p>
      </dsp:txBody>
      <dsp:txXfrm>
        <a:off x="1507738" y="2338844"/>
        <a:ext cx="9007861" cy="130540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C87452-056B-48AB-9A1F-DD82A23B16F7}">
      <dsp:nvSpPr>
        <dsp:cNvPr id="0" name=""/>
        <dsp:cNvSpPr/>
      </dsp:nvSpPr>
      <dsp:spPr>
        <a:xfrm>
          <a:off x="1848307" y="2450"/>
          <a:ext cx="2079345" cy="117854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Implement a web application to handle both ranking systems</a:t>
          </a:r>
        </a:p>
      </dsp:txBody>
      <dsp:txXfrm>
        <a:off x="1905839" y="59982"/>
        <a:ext cx="1964281" cy="1063478"/>
      </dsp:txXfrm>
    </dsp:sp>
    <dsp:sp modelId="{2BF662CE-A59B-49AA-8CAF-9D280CB2B3FF}">
      <dsp:nvSpPr>
        <dsp:cNvPr id="0" name=""/>
        <dsp:cNvSpPr/>
      </dsp:nvSpPr>
      <dsp:spPr>
        <a:xfrm>
          <a:off x="1848307" y="1239919"/>
          <a:ext cx="2079345" cy="117854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Elo will be put forward for lower ranks and glicko for higher ranks</a:t>
          </a:r>
        </a:p>
      </dsp:txBody>
      <dsp:txXfrm>
        <a:off x="1905839" y="1297451"/>
        <a:ext cx="1964281" cy="1063478"/>
      </dsp:txXfrm>
    </dsp:sp>
    <dsp:sp modelId="{727C0957-7C1B-4942-81C2-9E1EA3605ED1}">
      <dsp:nvSpPr>
        <dsp:cNvPr id="0" name=""/>
        <dsp:cNvSpPr/>
      </dsp:nvSpPr>
      <dsp:spPr>
        <a:xfrm>
          <a:off x="1848307" y="2477388"/>
          <a:ext cx="2079345" cy="117854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app will just allow to view profiles and rankings for normal users</a:t>
          </a:r>
        </a:p>
      </dsp:txBody>
      <dsp:txXfrm>
        <a:off x="1905839" y="2534920"/>
        <a:ext cx="1964281" cy="1063478"/>
      </dsp:txXfrm>
    </dsp:sp>
    <dsp:sp modelId="{F648F9FF-7706-4145-B42B-F325C9AE3937}">
      <dsp:nvSpPr>
        <dsp:cNvPr id="0" name=""/>
        <dsp:cNvSpPr/>
      </dsp:nvSpPr>
      <dsp:spPr>
        <a:xfrm>
          <a:off x="1848307" y="3714857"/>
          <a:ext cx="2079345" cy="117854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Admin should be able to start/end games, handle profiles and record results</a:t>
          </a:r>
        </a:p>
      </dsp:txBody>
      <dsp:txXfrm>
        <a:off x="1905839" y="3772389"/>
        <a:ext cx="1964281" cy="10634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EF76B9-E9FF-774A-9E46-0D0B90BADCBB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959FAF-E61A-7A48-A763-A09040C7CEF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24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959FAF-E61A-7A48-A763-A09040C7CEF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3762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959FAF-E61A-7A48-A763-A09040C7CEF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554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C0C9992-D564-8F43-A812-989B229A3387}" type="datetime1">
              <a:rPr lang="en-GB" smtClean="0"/>
              <a:t>07/01/2026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0C85-9CFF-3B42-BE74-68F1856660D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13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4F67A28-D9CD-B14B-9065-E6FA59CC39B1}" type="datetime1">
              <a:rPr lang="en-GB" smtClean="0"/>
              <a:t>07/01/2026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0C85-9CFF-3B42-BE74-68F1856660D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976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AF83EFA-9F07-B646-82E7-F0B8C29DC4F4}" type="datetime1">
              <a:rPr lang="en-GB" smtClean="0"/>
              <a:t>07/01/2026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0C85-9CFF-3B42-BE74-68F1856660D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083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FECFA09-528F-644E-8672-EF9CB3B325EF}" type="datetime1">
              <a:rPr lang="en-GB" smtClean="0"/>
              <a:t>07/01/2026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0C85-9CFF-3B42-BE74-68F1856660D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2047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0EB149-0DED-D143-9D84-43967A39B20C}" type="datetime1">
              <a:rPr lang="en-GB" smtClean="0"/>
              <a:t>07/01/2026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0C85-9CFF-3B42-BE74-68F1856660D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105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713AA17-48D5-954D-96C3-5278B6B4B8BF}" type="datetime1">
              <a:rPr lang="en-GB" smtClean="0"/>
              <a:t>07/01/2026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0C85-9CFF-3B42-BE74-68F1856660D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882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3CF40F-1791-3D43-A364-B988B11AABB0}" type="datetime1">
              <a:rPr lang="en-GB" smtClean="0"/>
              <a:t>07/01/2026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0C85-9CFF-3B42-BE74-68F1856660D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83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60D346-4D79-FD4E-83D0-5197F8275F86}" type="datetime1">
              <a:rPr lang="en-GB" smtClean="0"/>
              <a:t>07/01/2026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0C85-9CFF-3B42-BE74-68F1856660D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9021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A82B5C-7518-5647-93FD-49B071B5A9CF}" type="datetime1">
              <a:rPr lang="en-GB" smtClean="0"/>
              <a:t>07/01/2026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0C85-9CFF-3B42-BE74-68F1856660D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0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A3498A9-234C-3D47-9B7B-575499D6038F}" type="datetime1">
              <a:rPr lang="en-GB" smtClean="0"/>
              <a:t>07/01/2026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0C85-9CFF-3B42-BE74-68F1856660D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135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AD6ADB-BF9C-AE4B-8CC2-B0E225FDCDAC}" type="datetime1">
              <a:rPr lang="en-GB" smtClean="0"/>
              <a:t>07/01/2026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0C85-9CFF-3B42-BE74-68F1856660D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388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B0C85-9CFF-3B42-BE74-68F1856660D0}" type="slidenum">
              <a:rPr lang="en-US" smtClean="0"/>
              <a:t>‹N°›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AD975D-CC39-4548-8347-82B5671EDC5C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9022" y="6273984"/>
            <a:ext cx="2032000" cy="54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678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  <p:sldLayoutId id="2147483920" r:id="rId9"/>
    <p:sldLayoutId id="2147483921" r:id="rId10"/>
    <p:sldLayoutId id="214748392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pixabay.com/en/chess-white-board-game-strategy-1464959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at.xula.edu/food/brightspace-tip-377-grade-book-bonus-points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creativecommons.org/licenses/by-nc-sa/3.0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fr/photo/617921" TargetMode="Externa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ixabay.com/fr/livre-livres-pages-du-livre-610189/" TargetMode="External"/><Relationship Id="rId4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hyperlink" Target="https://www.pickpik.com/search?q=data" TargetMode="External"/><Relationship Id="rId7" Type="http://schemas.openxmlformats.org/officeDocument/2006/relationships/diagramColors" Target="../diagrams/colors3.xm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scientist-working-in-laboratory-3938023/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licko.net/glicko/glicko2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Pièces d'échecs sur fond blanc sur une surface blanche ou claire PNG Arrière -plan transparent | Image Premium générée à base d'IA">
            <a:extLst>
              <a:ext uri="{FF2B5EF4-FFF2-40B4-BE49-F238E27FC236}">
                <a16:creationId xmlns:a16="http://schemas.microsoft.com/office/drawing/2014/main" id="{3A86F849-6B8A-2EA2-6A7D-486A1BE79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11539" cy="6847045"/>
          </a:xfrm>
          <a:prstGeom prst="rect">
            <a:avLst/>
          </a:prstGeom>
          <a:blipFill dpi="0" rotWithShape="1">
            <a:blip r:embed="rId5">
              <a:alphaModFix amt="61000"/>
            </a:blip>
            <a:srcRect/>
            <a:stretch>
              <a:fillRect/>
            </a:stretch>
          </a:blipFill>
          <a:effectLst>
            <a:glow>
              <a:schemeClr val="accent1">
                <a:alpha val="40000"/>
              </a:schemeClr>
            </a:glow>
            <a:reflection stA="60000" endPos="0" dist="50800" dir="5400000" sy="-100000" algn="bl" rotWithShape="0"/>
          </a:effec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06400"/>
            <a:ext cx="9144000" cy="2387600"/>
          </a:xfrm>
        </p:spPr>
        <p:txBody>
          <a:bodyPr/>
          <a:lstStyle/>
          <a:p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Implementa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	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tion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of a ranking system algorithm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5342" y="3602038"/>
            <a:ext cx="9144000" cy="1655762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230626717</a:t>
            </a:r>
          </a:p>
          <a:p>
            <a:r>
              <a:rPr lang="en-US" b="1" dirty="0">
                <a:solidFill>
                  <a:srgbClr val="C00000"/>
                </a:solidFill>
              </a:rPr>
              <a:t>Samuel Levy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Supervised by Marc Roth</a:t>
            </a:r>
          </a:p>
        </p:txBody>
      </p:sp>
    </p:spTree>
    <p:extLst>
      <p:ext uri="{BB962C8B-B14F-4D97-AF65-F5344CB8AC3E}">
        <p14:creationId xmlns:p14="http://schemas.microsoft.com/office/powerpoint/2010/main" val="398627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/>
              <a:t>Project Aims</a:t>
            </a:r>
          </a:p>
        </p:txBody>
      </p:sp>
      <p:pic>
        <p:nvPicPr>
          <p:cNvPr id="2050" name="Picture 2" descr="Here's What You Should Do When Your Search Rankings Drop">
            <a:extLst>
              <a:ext uri="{FF2B5EF4-FFF2-40B4-BE49-F238E27FC236}">
                <a16:creationId xmlns:a16="http://schemas.microsoft.com/office/drawing/2014/main" id="{671F66FD-FABA-0C7F-3A26-AEFBAD630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4" r="18139" b="2"/>
          <a:stretch>
            <a:fillRect/>
          </a:stretch>
        </p:blipFill>
        <p:spPr bwMode="auto">
          <a:xfrm>
            <a:off x="838200" y="1825625"/>
            <a:ext cx="518160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dirty="0"/>
              <a:t>Implement a web-application to handle the rankings of competitions</a:t>
            </a:r>
          </a:p>
          <a:p>
            <a:r>
              <a:rPr lang="en-US" dirty="0"/>
              <a:t>Provide an understanding of ranking algorithms used in games such as chess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51B0C85-9CFF-3B42-BE74-68F1856660D0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669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1000"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0DAF4B-A2F5-7AC7-911C-E41E3EDD5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>
                <a:solidFill>
                  <a:schemeClr val="bg1"/>
                </a:solidFill>
              </a:rPr>
              <a:t>What</a:t>
            </a:r>
            <a:r>
              <a:rPr lang="fr-FR" dirty="0">
                <a:solidFill>
                  <a:schemeClr val="bg1"/>
                </a:solidFill>
              </a:rPr>
              <a:t> are </a:t>
            </a:r>
            <a:r>
              <a:rPr lang="fr-FR" dirty="0" err="1">
                <a:solidFill>
                  <a:schemeClr val="bg1"/>
                </a:solidFill>
              </a:rPr>
              <a:t>ranking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algorithms</a:t>
            </a:r>
            <a:r>
              <a:rPr lang="fr-FR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D25802-EE61-AE53-5EDA-6CA963ACBC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u="sng" dirty="0">
                <a:solidFill>
                  <a:schemeClr val="bg1"/>
                </a:solidFill>
              </a:rPr>
              <a:t>Elo </a:t>
            </a:r>
            <a:r>
              <a:rPr lang="fr-FR" b="1" u="sng" dirty="0" err="1">
                <a:solidFill>
                  <a:schemeClr val="bg1"/>
                </a:solidFill>
              </a:rPr>
              <a:t>ranking</a:t>
            </a:r>
            <a:r>
              <a:rPr lang="fr-FR" b="1" u="sng" dirty="0">
                <a:solidFill>
                  <a:schemeClr val="bg1"/>
                </a:solidFill>
              </a:rPr>
              <a:t> system</a:t>
            </a:r>
          </a:p>
          <a:p>
            <a:r>
              <a:rPr lang="fr-FR" dirty="0" err="1">
                <a:solidFill>
                  <a:schemeClr val="bg1"/>
                </a:solidFill>
              </a:rPr>
              <a:t>Introduced</a:t>
            </a:r>
            <a:r>
              <a:rPr lang="fr-FR" dirty="0">
                <a:solidFill>
                  <a:schemeClr val="bg1"/>
                </a:solidFill>
              </a:rPr>
              <a:t> by Arpad </a:t>
            </a:r>
            <a:r>
              <a:rPr lang="fr-FR" dirty="0" err="1">
                <a:solidFill>
                  <a:schemeClr val="bg1"/>
                </a:solidFill>
              </a:rPr>
              <a:t>E.Elo</a:t>
            </a:r>
            <a:r>
              <a:rPr lang="fr-FR" dirty="0">
                <a:solidFill>
                  <a:schemeClr val="bg1"/>
                </a:solidFill>
              </a:rPr>
              <a:t> in 1960</a:t>
            </a:r>
          </a:p>
          <a:p>
            <a:r>
              <a:rPr lang="fr-FR" dirty="0" err="1">
                <a:solidFill>
                  <a:schemeClr val="bg1"/>
                </a:solidFill>
              </a:rPr>
              <a:t>Currently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used</a:t>
            </a:r>
            <a:r>
              <a:rPr lang="fr-FR" dirty="0">
                <a:solidFill>
                  <a:schemeClr val="bg1"/>
                </a:solidFill>
              </a:rPr>
              <a:t> in </a:t>
            </a:r>
            <a:r>
              <a:rPr lang="fr-FR" dirty="0" err="1">
                <a:solidFill>
                  <a:schemeClr val="bg1"/>
                </a:solidFill>
              </a:rPr>
              <a:t>chess</a:t>
            </a:r>
            <a:r>
              <a:rPr lang="fr-FR" dirty="0">
                <a:solidFill>
                  <a:schemeClr val="bg1"/>
                </a:solidFill>
              </a:rPr>
              <a:t>, go, football, and </a:t>
            </a:r>
            <a:r>
              <a:rPr lang="fr-FR" dirty="0" err="1">
                <a:solidFill>
                  <a:schemeClr val="bg1"/>
                </a:solidFill>
              </a:rPr>
              <a:t>many</a:t>
            </a:r>
            <a:r>
              <a:rPr lang="fr-FR" dirty="0">
                <a:solidFill>
                  <a:schemeClr val="bg1"/>
                </a:solidFill>
              </a:rPr>
              <a:t> more</a:t>
            </a:r>
          </a:p>
          <a:p>
            <a:r>
              <a:rPr lang="fr-FR" dirty="0" err="1">
                <a:solidFill>
                  <a:schemeClr val="bg1"/>
                </a:solidFill>
              </a:rPr>
              <a:t>Follows</a:t>
            </a:r>
            <a:r>
              <a:rPr lang="fr-FR" dirty="0">
                <a:solidFill>
                  <a:schemeClr val="bg1"/>
                </a:solidFill>
              </a:rPr>
              <a:t> simple formula (R’=R+K(S−E))</a:t>
            </a:r>
          </a:p>
          <a:p>
            <a:pPr marL="0" indent="0">
              <a:buNone/>
            </a:pPr>
            <a:r>
              <a:rPr lang="fr-FR" dirty="0" err="1">
                <a:solidFill>
                  <a:schemeClr val="bg1"/>
                </a:solidFill>
              </a:rPr>
              <a:t>with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ranking</a:t>
            </a:r>
            <a:r>
              <a:rPr lang="fr-FR" dirty="0">
                <a:solidFill>
                  <a:schemeClr val="bg1"/>
                </a:solidFill>
              </a:rPr>
              <a:t> R, score S and </a:t>
            </a:r>
            <a:r>
              <a:rPr lang="fr-FR" dirty="0" err="1">
                <a:solidFill>
                  <a:schemeClr val="bg1"/>
                </a:solidFill>
              </a:rPr>
              <a:t>expected</a:t>
            </a:r>
            <a:r>
              <a:rPr lang="fr-FR" dirty="0">
                <a:solidFill>
                  <a:schemeClr val="bg1"/>
                </a:solidFill>
              </a:rPr>
              <a:t> score E</a:t>
            </a:r>
          </a:p>
          <a:p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B76332C-5D96-2EA7-99D0-FD3FBBE8782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u="sng" dirty="0" err="1">
                <a:solidFill>
                  <a:schemeClr val="bg1"/>
                </a:solidFill>
              </a:rPr>
              <a:t>Glicko</a:t>
            </a:r>
            <a:r>
              <a:rPr lang="fr-FR" b="1" u="sng" dirty="0">
                <a:solidFill>
                  <a:schemeClr val="bg1"/>
                </a:solidFill>
              </a:rPr>
              <a:t> </a:t>
            </a:r>
            <a:r>
              <a:rPr lang="fr-FR" b="1" u="sng" dirty="0" err="1">
                <a:solidFill>
                  <a:schemeClr val="bg1"/>
                </a:solidFill>
              </a:rPr>
              <a:t>ranking</a:t>
            </a:r>
            <a:r>
              <a:rPr lang="fr-FR" b="1" u="sng" dirty="0">
                <a:solidFill>
                  <a:schemeClr val="bg1"/>
                </a:solidFill>
              </a:rPr>
              <a:t> system</a:t>
            </a:r>
          </a:p>
          <a:p>
            <a:r>
              <a:rPr lang="fr-FR" dirty="0" err="1">
                <a:solidFill>
                  <a:schemeClr val="bg1"/>
                </a:solidFill>
              </a:rPr>
              <a:t>Introduced</a:t>
            </a:r>
            <a:r>
              <a:rPr lang="fr-FR" dirty="0">
                <a:solidFill>
                  <a:schemeClr val="bg1"/>
                </a:solidFill>
              </a:rPr>
              <a:t> by Mark </a:t>
            </a:r>
            <a:r>
              <a:rPr lang="fr-FR" dirty="0" err="1">
                <a:solidFill>
                  <a:schemeClr val="bg1"/>
                </a:solidFill>
              </a:rPr>
              <a:t>Glickman</a:t>
            </a:r>
            <a:r>
              <a:rPr lang="fr-FR" dirty="0">
                <a:solidFill>
                  <a:schemeClr val="bg1"/>
                </a:solidFill>
              </a:rPr>
              <a:t> in 1995</a:t>
            </a:r>
          </a:p>
          <a:p>
            <a:r>
              <a:rPr lang="fr-FR" dirty="0">
                <a:solidFill>
                  <a:schemeClr val="bg1"/>
                </a:solidFill>
              </a:rPr>
              <a:t>Update to Elo</a:t>
            </a:r>
          </a:p>
          <a:p>
            <a:r>
              <a:rPr lang="fr-FR" dirty="0">
                <a:solidFill>
                  <a:schemeClr val="bg1"/>
                </a:solidFill>
              </a:rPr>
              <a:t>More </a:t>
            </a:r>
            <a:r>
              <a:rPr lang="fr-FR" dirty="0" err="1">
                <a:solidFill>
                  <a:schemeClr val="bg1"/>
                </a:solidFill>
              </a:rPr>
              <a:t>precise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because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follows</a:t>
            </a:r>
            <a:r>
              <a:rPr lang="fr-FR" dirty="0">
                <a:solidFill>
                  <a:schemeClr val="bg1"/>
                </a:solidFill>
              </a:rPr>
              <a:t> more </a:t>
            </a:r>
            <a:r>
              <a:rPr lang="fr-FR" dirty="0" err="1">
                <a:solidFill>
                  <a:schemeClr val="bg1"/>
                </a:solidFill>
              </a:rPr>
              <a:t>complex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parameters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that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depend</a:t>
            </a:r>
            <a:r>
              <a:rPr lang="fr-FR" dirty="0">
                <a:solidFill>
                  <a:schemeClr val="bg1"/>
                </a:solidFill>
              </a:rPr>
              <a:t> on </a:t>
            </a:r>
            <a:r>
              <a:rPr lang="fr-FR" dirty="0" err="1">
                <a:solidFill>
                  <a:schemeClr val="bg1"/>
                </a:solidFill>
              </a:rPr>
              <a:t>player’s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history</a:t>
            </a:r>
            <a:r>
              <a:rPr lang="fr-FR" dirty="0">
                <a:solidFill>
                  <a:schemeClr val="bg1"/>
                </a:solidFill>
              </a:rPr>
              <a:t> and </a:t>
            </a:r>
            <a:r>
              <a:rPr lang="fr-FR" dirty="0" err="1">
                <a:solidFill>
                  <a:schemeClr val="bg1"/>
                </a:solidFill>
              </a:rPr>
              <a:t>deeper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probabilities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4E5FDE3-2A55-808F-CFEE-7F5752877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0C85-9CFF-3B42-BE74-68F1856660D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158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Project Objectives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51B0C85-9CFF-3B42-BE74-68F1856660D0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88E3EC79-8414-5845-AD23-5F64527C98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005747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86993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DED9B-0F5A-9828-6611-173367975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6D0C1-FFCC-1A4B-7BF8-05AAADD7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/>
          <a:p>
            <a:r>
              <a:rPr lang="en-US" dirty="0"/>
              <a:t>Supplementary Objective</a:t>
            </a:r>
          </a:p>
        </p:txBody>
      </p:sp>
      <p:pic>
        <p:nvPicPr>
          <p:cNvPr id="7" name="Espace réservé pour une image  6" descr="Une image contenant Graphique, Police, rouge, logo&#10;&#10;Le contenu généré par l’IA peut être incorrect.">
            <a:extLst>
              <a:ext uri="{FF2B5EF4-FFF2-40B4-BE49-F238E27FC236}">
                <a16:creationId xmlns:a16="http://schemas.microsoft.com/office/drawing/2014/main" id="{1273F87B-EE7C-0206-D287-FD9A59B7AA6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0520" b="10520"/>
          <a:stretch>
            <a:fillRect/>
          </a:stretch>
        </p:blipFill>
        <p:spPr>
          <a:xfrm>
            <a:off x="5183188" y="987425"/>
            <a:ext cx="6172200" cy="4873625"/>
          </a:xfrm>
        </p:spPr>
      </p:pic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09C27DA4-AA7B-D3D3-97C4-A23342AA28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If possible (</a:t>
            </a:r>
            <a:r>
              <a:rPr lang="fr-FR" dirty="0" err="1"/>
              <a:t>despite</a:t>
            </a:r>
            <a:r>
              <a:rPr lang="fr-FR" dirty="0"/>
              <a:t> time limitations) </a:t>
            </a:r>
            <a:r>
              <a:rPr lang="fr-FR" dirty="0" err="1"/>
              <a:t>implement</a:t>
            </a:r>
            <a:r>
              <a:rPr lang="fr-FR" dirty="0"/>
              <a:t> an </a:t>
            </a:r>
            <a:r>
              <a:rPr lang="fr-FR" dirty="0" err="1"/>
              <a:t>experimental</a:t>
            </a:r>
            <a:r>
              <a:rPr lang="fr-FR" dirty="0"/>
              <a:t> </a:t>
            </a:r>
            <a:r>
              <a:rPr lang="fr-FR" dirty="0" err="1"/>
              <a:t>glicko</a:t>
            </a:r>
            <a:r>
              <a:rPr lang="fr-FR" dirty="0"/>
              <a:t> </a:t>
            </a:r>
            <a:r>
              <a:rPr lang="fr-FR" dirty="0" err="1"/>
              <a:t>algorithm</a:t>
            </a:r>
            <a:r>
              <a:rPr lang="fr-FR" dirty="0"/>
              <a:t> variation </a:t>
            </a:r>
            <a:r>
              <a:rPr lang="fr-FR" dirty="0" err="1"/>
              <a:t>allowing</a:t>
            </a:r>
            <a:r>
              <a:rPr lang="fr-FR" dirty="0"/>
              <a:t> </a:t>
            </a:r>
            <a:r>
              <a:rPr lang="fr-FR" dirty="0" err="1"/>
              <a:t>player</a:t>
            </a:r>
            <a:r>
              <a:rPr lang="fr-FR" dirty="0"/>
              <a:t> </a:t>
            </a:r>
            <a:r>
              <a:rPr lang="fr-FR" dirty="0" err="1"/>
              <a:t>history</a:t>
            </a:r>
            <a:r>
              <a:rPr lang="fr-FR" dirty="0"/>
              <a:t> to have an </a:t>
            </a:r>
            <a:r>
              <a:rPr lang="fr-FR" dirty="0" err="1"/>
              <a:t>bigger</a:t>
            </a:r>
            <a:r>
              <a:rPr lang="fr-FR" dirty="0"/>
              <a:t> impact on the </a:t>
            </a:r>
            <a:r>
              <a:rPr lang="fr-FR" dirty="0" err="1"/>
              <a:t>ranking</a:t>
            </a:r>
            <a:r>
              <a:rPr lang="fr-FR" dirty="0"/>
              <a:t> </a:t>
            </a:r>
            <a:r>
              <a:rPr lang="fr-FR" dirty="0" err="1"/>
              <a:t>evolution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10784-7CBB-EF6D-FFF3-0FC4FBAB6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51B0C85-9CFF-3B42-BE74-68F1856660D0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ECAAC8B-DEE6-526A-D34A-C34466F5E91C}"/>
              </a:ext>
            </a:extLst>
          </p:cNvPr>
          <p:cNvSpPr txBox="1"/>
          <p:nvPr/>
        </p:nvSpPr>
        <p:spPr>
          <a:xfrm>
            <a:off x="5183188" y="5861050"/>
            <a:ext cx="6172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3" tooltip="https://cat.xula.edu/food/brightspace-tip-377-grade-book-bonus-points/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4" tooltip="https://creativecommons.org/licenses/by-nc-sa/3.0/"/>
              </a:rPr>
              <a:t>CC BY-SA-NC</a:t>
            </a:r>
            <a:endParaRPr lang="fr-FR" sz="900"/>
          </a:p>
        </p:txBody>
      </p:sp>
    </p:spTree>
    <p:extLst>
      <p:ext uri="{BB962C8B-B14F-4D97-AF65-F5344CB8AC3E}">
        <p14:creationId xmlns:p14="http://schemas.microsoft.com/office/powerpoint/2010/main" val="1039995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69869-50CE-97C2-7F3A-5F188E01E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Programme</a:t>
            </a:r>
            <a:r>
              <a:rPr lang="en-US" sz="3600" dirty="0">
                <a:solidFill>
                  <a:schemeClr val="bg1"/>
                </a:solidFill>
              </a:rPr>
              <a:t> of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1EC4B-095D-ACA9-72FB-9CE77B936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The </a:t>
            </a:r>
            <a:r>
              <a:rPr lang="en-US" b="1" dirty="0" err="1">
                <a:solidFill>
                  <a:schemeClr val="bg1"/>
                </a:solidFill>
              </a:rPr>
              <a:t>programme</a:t>
            </a:r>
            <a:r>
              <a:rPr lang="en-US" b="1" dirty="0">
                <a:solidFill>
                  <a:schemeClr val="bg1"/>
                </a:solidFill>
              </a:rPr>
              <a:t>: </a:t>
            </a:r>
            <a:r>
              <a:rPr lang="en-US" dirty="0">
                <a:solidFill>
                  <a:schemeClr val="bg1"/>
                </a:solidFill>
              </a:rPr>
              <a:t>Computer Science </a:t>
            </a:r>
            <a:r>
              <a:rPr lang="en-US" dirty="0" err="1">
                <a:solidFill>
                  <a:schemeClr val="bg1"/>
                </a:solidFill>
              </a:rPr>
              <a:t>Bsc</a:t>
            </a: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Web technology module for front-end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GUI Module for UI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Database systems module for database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Probability and Matrices module for algorithm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Software engineering module for back-end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72AC4-FEB1-3F31-797D-36B4AEB89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0C85-9CFF-3B42-BE74-68F1856660D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046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/>
              <a:t>Why is this an engineering/computing problem?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51B0C85-9CFF-3B42-BE74-68F1856660D0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5C6B943F-B827-6373-7110-5346E257FC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782214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6913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7000"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Literature Review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Ranking systems (specifically chess) were mainly researched by Arpad Elo and Mark Glickman</a:t>
            </a:r>
          </a:p>
          <a:p>
            <a:r>
              <a:rPr lang="en-US" dirty="0">
                <a:solidFill>
                  <a:schemeClr val="bg1"/>
                </a:solidFill>
              </a:rPr>
              <a:t>Thanks to research by Mark Glickman, some objectives were abandoned for simplicity</a:t>
            </a:r>
          </a:p>
          <a:p>
            <a:r>
              <a:rPr lang="en-US" dirty="0">
                <a:solidFill>
                  <a:schemeClr val="bg1"/>
                </a:solidFill>
              </a:rPr>
              <a:t>Two main ranking systems to implement: Elo (</a:t>
            </a:r>
            <a:r>
              <a:rPr lang="en-US" dirty="0" err="1">
                <a:solidFill>
                  <a:schemeClr val="bg1"/>
                </a:solidFill>
              </a:rPr>
              <a:t>A.Elo</a:t>
            </a:r>
            <a:r>
              <a:rPr lang="en-US" dirty="0">
                <a:solidFill>
                  <a:schemeClr val="bg1"/>
                </a:solidFill>
              </a:rPr>
              <a:t>, 1978) and </a:t>
            </a:r>
            <a:r>
              <a:rPr lang="en-US" dirty="0" err="1">
                <a:solidFill>
                  <a:schemeClr val="bg1"/>
                </a:solidFill>
              </a:rPr>
              <a:t>Glicko</a:t>
            </a:r>
            <a:r>
              <a:rPr lang="en-US" dirty="0">
                <a:solidFill>
                  <a:schemeClr val="bg1"/>
                </a:solidFill>
              </a:rPr>
              <a:t> (</a:t>
            </a:r>
            <a:r>
              <a:rPr lang="en-US" dirty="0" err="1">
                <a:solidFill>
                  <a:schemeClr val="bg1"/>
                </a:solidFill>
              </a:rPr>
              <a:t>M.Glickman</a:t>
            </a:r>
            <a:r>
              <a:rPr lang="en-US" dirty="0">
                <a:solidFill>
                  <a:schemeClr val="bg1"/>
                </a:solidFill>
              </a:rPr>
              <a:t>, 1995)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0C85-9CFF-3B42-BE74-68F1856660D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351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F6769-94E9-88C6-4CDF-C4D222AF7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4ECCC-D401-1AF9-ADAE-435CD6AD9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Preliminary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43EF1-F842-40FA-EE71-5382A61281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1200" y="1806574"/>
            <a:ext cx="5185103" cy="400591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Functional requirements: </a:t>
            </a:r>
          </a:p>
          <a:p>
            <a:r>
              <a:rPr lang="en-US" sz="2400" dirty="0"/>
              <a:t>Store user information, ranking, game history,…</a:t>
            </a:r>
          </a:p>
          <a:p>
            <a:r>
              <a:rPr lang="en-US" sz="2400" dirty="0"/>
              <a:t>Recording games and game outcomes</a:t>
            </a:r>
          </a:p>
          <a:p>
            <a:r>
              <a:rPr lang="en-US" sz="2400" dirty="0"/>
              <a:t>Store updated Elo and </a:t>
            </a:r>
            <a:r>
              <a:rPr lang="en-US" sz="2400" dirty="0" err="1"/>
              <a:t>Glicko</a:t>
            </a:r>
            <a:r>
              <a:rPr lang="en-US" sz="2400" dirty="0"/>
              <a:t> scores</a:t>
            </a:r>
          </a:p>
          <a:p>
            <a:r>
              <a:rPr lang="en-US" sz="2400" dirty="0"/>
              <a:t>Allow admin users to change user info and handle games</a:t>
            </a:r>
          </a:p>
          <a:p>
            <a:endParaRPr lang="en-US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E69118D-0B7D-F311-0A28-5AA10D0DF365}"/>
              </a:ext>
            </a:extLst>
          </p:cNvPr>
          <p:cNvSpPr txBox="1"/>
          <p:nvPr/>
        </p:nvSpPr>
        <p:spPr>
          <a:xfrm>
            <a:off x="6187440" y="1789128"/>
            <a:ext cx="5019040" cy="4523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b="1" dirty="0"/>
              <a:t>Non-functional requirements: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dirty="0"/>
              <a:t>Support growth in number of user and data stored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dirty="0"/>
              <a:t>Present ratings and match history to users in a clear and understandable way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dirty="0"/>
              <a:t>Computations must be accurate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US" sz="2400" dirty="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30BEC-39C0-F246-2467-20ABDA476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51B0C85-9CFF-3B42-BE74-68F1856660D0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492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/>
              <a:t>What is your proposed solution?</a:t>
            </a:r>
          </a:p>
        </p:txBody>
      </p:sp>
      <p:pic>
        <p:nvPicPr>
          <p:cNvPr id="7" name="Espace réservé du contenu 6" descr="Une image contenant vert, motif, art, toile&#10;&#10;Le contenu généré par l’IA peut être incorrect.">
            <a:extLst>
              <a:ext uri="{FF2B5EF4-FFF2-40B4-BE49-F238E27FC236}">
                <a16:creationId xmlns:a16="http://schemas.microsoft.com/office/drawing/2014/main" id="{901B7168-AF0A-5AC9-103A-0D113BF458F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403056" y="1690688"/>
            <a:ext cx="6415088" cy="4276725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51B0C85-9CFF-3B42-BE74-68F1856660D0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6216AFA4-875C-EE61-8AFF-9BD96CA7D3F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86372814"/>
              </p:ext>
            </p:extLst>
          </p:nvPr>
        </p:nvGraphicFramePr>
        <p:xfrm>
          <a:off x="373856" y="1657033"/>
          <a:ext cx="5775960" cy="4895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004984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How will you evaluate your solution?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Test the functionalities of the web app:</a:t>
            </a:r>
          </a:p>
          <a:p>
            <a:r>
              <a:rPr lang="en-US" b="1" dirty="0"/>
              <a:t>Test the robustness of the rankings by testing different match settings</a:t>
            </a:r>
          </a:p>
          <a:p>
            <a:r>
              <a:rPr lang="en-US" b="1" dirty="0"/>
              <a:t>Testing user functionalities by creating several profiles</a:t>
            </a:r>
          </a:p>
          <a:p>
            <a:r>
              <a:rPr lang="en-US" b="1" dirty="0"/>
              <a:t>User testing to see if regular users can understand the UI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This method allows to test all the functionalities of the app and have some user feedback.</a:t>
            </a:r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0C85-9CFF-3B42-BE74-68F1856660D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385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Project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6166"/>
            <a:ext cx="9810135" cy="21564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Achieved milestones:</a:t>
            </a:r>
          </a:p>
          <a:p>
            <a:r>
              <a:rPr lang="en-US" sz="2000" dirty="0"/>
              <a:t>Database design and code</a:t>
            </a:r>
          </a:p>
          <a:p>
            <a:r>
              <a:rPr lang="en-US" sz="2000" dirty="0"/>
              <a:t>Mathematical formula sheet</a:t>
            </a:r>
          </a:p>
          <a:p>
            <a:r>
              <a:rPr lang="en-US" sz="2000" dirty="0" err="1"/>
              <a:t>Litterary</a:t>
            </a:r>
            <a:r>
              <a:rPr lang="en-US" sz="2000" dirty="0"/>
              <a:t> review</a:t>
            </a:r>
          </a:p>
          <a:p>
            <a:pPr marL="0" indent="0">
              <a:buNone/>
            </a:pPr>
            <a:r>
              <a:rPr lang="en-US" sz="2000" b="1" dirty="0"/>
              <a:t>Planning: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0C85-9CFF-3B42-BE74-68F1856660D0}" type="slidenum">
              <a:rPr lang="en-US" smtClean="0"/>
              <a:t>12</a:t>
            </a:fld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24626F-622C-B3E4-37D7-FA5AEF805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98366"/>
            <a:ext cx="11003280" cy="255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965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BA970-15C1-924D-892B-EF1A1A54E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Risk Register</a:t>
            </a:r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427CC86C-DFBE-D27A-DDA5-2562947CD7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9630366"/>
              </p:ext>
            </p:extLst>
          </p:nvPr>
        </p:nvGraphicFramePr>
        <p:xfrm>
          <a:off x="838200" y="1371600"/>
          <a:ext cx="11120120" cy="4663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4024">
                  <a:extLst>
                    <a:ext uri="{9D8B030D-6E8A-4147-A177-3AD203B41FA5}">
                      <a16:colId xmlns:a16="http://schemas.microsoft.com/office/drawing/2014/main" val="1708232686"/>
                    </a:ext>
                  </a:extLst>
                </a:gridCol>
                <a:gridCol w="2224024">
                  <a:extLst>
                    <a:ext uri="{9D8B030D-6E8A-4147-A177-3AD203B41FA5}">
                      <a16:colId xmlns:a16="http://schemas.microsoft.com/office/drawing/2014/main" val="3891524425"/>
                    </a:ext>
                  </a:extLst>
                </a:gridCol>
                <a:gridCol w="2224024">
                  <a:extLst>
                    <a:ext uri="{9D8B030D-6E8A-4147-A177-3AD203B41FA5}">
                      <a16:colId xmlns:a16="http://schemas.microsoft.com/office/drawing/2014/main" val="1433317923"/>
                    </a:ext>
                  </a:extLst>
                </a:gridCol>
                <a:gridCol w="2224024">
                  <a:extLst>
                    <a:ext uri="{9D8B030D-6E8A-4147-A177-3AD203B41FA5}">
                      <a16:colId xmlns:a16="http://schemas.microsoft.com/office/drawing/2014/main" val="279296367"/>
                    </a:ext>
                  </a:extLst>
                </a:gridCol>
                <a:gridCol w="2224024">
                  <a:extLst>
                    <a:ext uri="{9D8B030D-6E8A-4147-A177-3AD203B41FA5}">
                      <a16:colId xmlns:a16="http://schemas.microsoft.com/office/drawing/2014/main" val="1223402053"/>
                    </a:ext>
                  </a:extLst>
                </a:gridCol>
              </a:tblGrid>
              <a:tr h="635161">
                <a:tc>
                  <a:txBody>
                    <a:bodyPr/>
                    <a:lstStyle/>
                    <a:p>
                      <a:r>
                        <a:rPr lang="fr-FR" sz="1400" dirty="0"/>
                        <a:t>Risk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Impact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err="1"/>
                        <a:t>Likelihood</a:t>
                      </a:r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Impact 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Prevention 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2289449"/>
                  </a:ext>
                </a:extLst>
              </a:tr>
              <a:tr h="636860">
                <a:tc>
                  <a:txBody>
                    <a:bodyPr/>
                    <a:lstStyle/>
                    <a:p>
                      <a:r>
                        <a:rPr lang="fr-FR" sz="1400" dirty="0" err="1"/>
                        <a:t>Falling</a:t>
                      </a:r>
                      <a:r>
                        <a:rPr lang="fr-FR" sz="1400" dirty="0"/>
                        <a:t> </a:t>
                      </a:r>
                      <a:r>
                        <a:rPr lang="fr-FR" sz="1400" dirty="0" err="1"/>
                        <a:t>behind</a:t>
                      </a:r>
                      <a:r>
                        <a:rPr lang="fr-FR" sz="1400" dirty="0"/>
                        <a:t> </a:t>
                      </a:r>
                      <a:r>
                        <a:rPr lang="fr-FR" sz="1400" dirty="0" err="1"/>
                        <a:t>schedule</a:t>
                      </a:r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err="1"/>
                        <a:t>Incomplete</a:t>
                      </a:r>
                      <a:r>
                        <a:rPr lang="fr-FR" sz="1400" dirty="0"/>
                        <a:t> </a:t>
                      </a:r>
                      <a:r>
                        <a:rPr lang="fr-FR" sz="1400" dirty="0" err="1"/>
                        <a:t>project</a:t>
                      </a:r>
                      <a:r>
                        <a:rPr lang="fr-FR" sz="1400" dirty="0"/>
                        <a:t> and/or report, not </a:t>
                      </a:r>
                      <a:r>
                        <a:rPr lang="fr-FR" sz="1400" dirty="0" err="1"/>
                        <a:t>functional</a:t>
                      </a:r>
                      <a:r>
                        <a:rPr lang="fr-FR" sz="1400" dirty="0"/>
                        <a:t>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Stick to </a:t>
                      </a:r>
                      <a:r>
                        <a:rPr lang="fr-FR" sz="1400" dirty="0" err="1"/>
                        <a:t>schedule</a:t>
                      </a:r>
                      <a:r>
                        <a:rPr lang="fr-FR" sz="1400" dirty="0"/>
                        <a:t>, </a:t>
                      </a:r>
                      <a:r>
                        <a:rPr lang="fr-FR" sz="1400" dirty="0" err="1"/>
                        <a:t>work</a:t>
                      </a:r>
                      <a:r>
                        <a:rPr lang="fr-FR" sz="1400" dirty="0"/>
                        <a:t> </a:t>
                      </a:r>
                      <a:r>
                        <a:rPr lang="fr-FR" sz="1400" dirty="0" err="1"/>
                        <a:t>regularly</a:t>
                      </a:r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576948"/>
                  </a:ext>
                </a:extLst>
              </a:tr>
              <a:tr h="1018977">
                <a:tc>
                  <a:txBody>
                    <a:bodyPr/>
                    <a:lstStyle/>
                    <a:p>
                      <a:r>
                        <a:rPr lang="fr-FR" sz="1400" dirty="0" err="1"/>
                        <a:t>Error</a:t>
                      </a:r>
                      <a:r>
                        <a:rPr lang="fr-FR" sz="1400" dirty="0"/>
                        <a:t> in </a:t>
                      </a:r>
                      <a:r>
                        <a:rPr lang="fr-FR" sz="1400" dirty="0" err="1"/>
                        <a:t>ranking</a:t>
                      </a:r>
                      <a:r>
                        <a:rPr lang="fr-FR" sz="1400" dirty="0"/>
                        <a:t> </a:t>
                      </a:r>
                      <a:r>
                        <a:rPr lang="fr-FR" sz="1400" dirty="0" err="1"/>
                        <a:t>algorithms</a:t>
                      </a:r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Incorrect </a:t>
                      </a:r>
                      <a:r>
                        <a:rPr lang="fr-FR" sz="1400" dirty="0" err="1"/>
                        <a:t>computing</a:t>
                      </a:r>
                      <a:r>
                        <a:rPr lang="fr-FR" sz="1400" dirty="0"/>
                        <a:t> of </a:t>
                      </a:r>
                      <a:r>
                        <a:rPr lang="fr-FR" sz="1400" dirty="0" err="1"/>
                        <a:t>rankings</a:t>
                      </a:r>
                      <a:r>
                        <a:rPr lang="fr-FR" sz="1400" dirty="0"/>
                        <a:t>, </a:t>
                      </a:r>
                      <a:r>
                        <a:rPr lang="fr-FR" sz="1400" dirty="0" err="1"/>
                        <a:t>inconsistent</a:t>
                      </a:r>
                      <a:r>
                        <a:rPr lang="fr-FR" sz="1400" dirty="0"/>
                        <a:t>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Check the maths in the </a:t>
                      </a:r>
                      <a:r>
                        <a:rPr lang="fr-FR" sz="1400" dirty="0" err="1"/>
                        <a:t>algorithm</a:t>
                      </a:r>
                      <a:r>
                        <a:rPr lang="fr-FR" sz="1400" dirty="0"/>
                        <a:t> </a:t>
                      </a:r>
                      <a:r>
                        <a:rPr lang="fr-FR" sz="1400" dirty="0" err="1"/>
                        <a:t>several</a:t>
                      </a:r>
                      <a:r>
                        <a:rPr lang="fr-FR" sz="1400" dirty="0"/>
                        <a:t> times </a:t>
                      </a:r>
                      <a:r>
                        <a:rPr lang="fr-FR" sz="1400" dirty="0" err="1"/>
                        <a:t>before</a:t>
                      </a:r>
                      <a:r>
                        <a:rPr lang="fr-FR" sz="1400" dirty="0"/>
                        <a:t> </a:t>
                      </a:r>
                      <a:r>
                        <a:rPr lang="fr-FR" sz="1400" dirty="0" err="1"/>
                        <a:t>actual</a:t>
                      </a:r>
                      <a:r>
                        <a:rPr lang="fr-FR" sz="1400" dirty="0"/>
                        <a:t> </a:t>
                      </a:r>
                      <a:r>
                        <a:rPr lang="fr-FR" sz="1400" dirty="0" err="1"/>
                        <a:t>implementation</a:t>
                      </a:r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752998"/>
                  </a:ext>
                </a:extLst>
              </a:tr>
              <a:tr h="2372441">
                <a:tc>
                  <a:txBody>
                    <a:bodyPr/>
                    <a:lstStyle/>
                    <a:p>
                      <a:r>
                        <a:rPr lang="fr-FR" sz="1400" dirty="0" err="1"/>
                        <a:t>Database</a:t>
                      </a:r>
                      <a:r>
                        <a:rPr lang="fr-FR" sz="1400" dirty="0"/>
                        <a:t> </a:t>
                      </a:r>
                      <a:r>
                        <a:rPr lang="fr-FR" sz="1400" dirty="0" err="1"/>
                        <a:t>Schema</a:t>
                      </a:r>
                      <a:r>
                        <a:rPr lang="fr-FR" sz="1400" dirty="0"/>
                        <a:t> </a:t>
                      </a:r>
                      <a:r>
                        <a:rPr lang="fr-FR" sz="1400" dirty="0" err="1"/>
                        <a:t>Errors</a:t>
                      </a:r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Data inconsistencies (e.g., orphaned players, incorrect updates, broken foreign keys).</a:t>
                      </a:r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 proper constraints (FKs, NOT NULL, triggers).</a:t>
                      </a:r>
                    </a:p>
                    <a:p>
                      <a:r>
                        <a:rPr lang="en-US" sz="1400" dirty="0"/>
                        <a:t>Test all insert/update/delete operations with dummy data.</a:t>
                      </a:r>
                    </a:p>
                    <a:p>
                      <a:r>
                        <a:rPr lang="en-US" sz="1400" dirty="0"/>
                        <a:t>Review schema regularly with supervisor before coding.</a:t>
                      </a:r>
                    </a:p>
                    <a:p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75293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CEB41-6EB9-344A-B4D8-B9125B5EB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0C85-9CFF-3B42-BE74-68F1856660D0}" type="slidenum">
              <a:rPr lang="en-US" smtClean="0"/>
              <a:t>13</a:t>
            </a:fld>
            <a:endParaRPr lang="en-US"/>
          </a:p>
        </p:txBody>
      </p:sp>
      <p:pic>
        <p:nvPicPr>
          <p:cNvPr id="6" name="Image 5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00C56570-16AE-2494-D29B-CCB339557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6758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Arpad E. Elo. </a:t>
            </a:r>
            <a:r>
              <a:rPr lang="en-US" sz="2400" i="1" dirty="0"/>
              <a:t>The Rating of Chess Players, Past and Present</a:t>
            </a:r>
            <a:r>
              <a:rPr lang="en-US" sz="2400" dirty="0"/>
              <a:t>. Arco Publishing, 1978</a:t>
            </a:r>
          </a:p>
          <a:p>
            <a:pPr marL="0" indent="0">
              <a:buNone/>
            </a:pPr>
            <a:r>
              <a:rPr lang="fr-FR" sz="2400" dirty="0"/>
              <a:t>Mark E. </a:t>
            </a:r>
            <a:r>
              <a:rPr lang="fr-FR" sz="2400" dirty="0" err="1"/>
              <a:t>Glickman</a:t>
            </a:r>
            <a:r>
              <a:rPr lang="fr-FR" sz="2400" dirty="0"/>
              <a:t>. </a:t>
            </a:r>
            <a:r>
              <a:rPr lang="fr-FR" sz="2400" i="1" dirty="0"/>
              <a:t>The Glicko-2 Rating System</a:t>
            </a:r>
            <a:r>
              <a:rPr lang="fr-FR" sz="2400" dirty="0"/>
              <a:t>. Online </a:t>
            </a:r>
            <a:r>
              <a:rPr lang="fr-FR" sz="2400" dirty="0" err="1"/>
              <a:t>technical</a:t>
            </a:r>
            <a:r>
              <a:rPr lang="fr-FR" sz="2400" dirty="0"/>
              <a:t> document, 2013. </a:t>
            </a:r>
            <a:r>
              <a:rPr lang="fr-FR" sz="2400" dirty="0">
                <a:hlinkClick r:id="rId2"/>
              </a:rPr>
              <a:t>http://www.glicko.net/glicko/glicko2.pdf</a:t>
            </a:r>
            <a:endParaRPr lang="fr-FR" sz="2400" dirty="0"/>
          </a:p>
          <a:p>
            <a:pPr marL="0" indent="0">
              <a:buNone/>
            </a:pPr>
            <a:r>
              <a:rPr lang="en-US" sz="2400" dirty="0"/>
              <a:t>Glickman, M. E. (2012). Example of the Glicko-2 system. </a:t>
            </a:r>
            <a:r>
              <a:rPr lang="en-US" sz="2400" i="1" dirty="0"/>
              <a:t>Boston University</a:t>
            </a:r>
            <a:r>
              <a:rPr lang="en-US" sz="2400" dirty="0"/>
              <a:t>, </a:t>
            </a:r>
            <a:r>
              <a:rPr lang="en-US" sz="2400" i="1" dirty="0"/>
              <a:t>28</a:t>
            </a:r>
            <a:r>
              <a:rPr lang="en-US" sz="2400" dirty="0"/>
              <a:t>, 2012.</a:t>
            </a:r>
            <a:endParaRPr lang="en-GB" sz="2400" dirty="0"/>
          </a:p>
          <a:p>
            <a:pPr marL="0" indent="0">
              <a:buNone/>
            </a:pPr>
            <a:r>
              <a:rPr lang="en-US" sz="2400" dirty="0"/>
              <a:t>Glickman, M. E. (2001). Dynamic paired comparison models with stochastic variances. </a:t>
            </a:r>
            <a:r>
              <a:rPr lang="en-US" sz="2400" i="1" dirty="0"/>
              <a:t>Journal of Applied Statistics</a:t>
            </a:r>
            <a:r>
              <a:rPr lang="en-US" sz="2400" dirty="0"/>
              <a:t>, </a:t>
            </a:r>
            <a:r>
              <a:rPr lang="en-US" sz="2400" i="1" dirty="0"/>
              <a:t>28</a:t>
            </a:r>
            <a:r>
              <a:rPr lang="en-US" sz="2400" dirty="0"/>
              <a:t>(6), 673–689.</a:t>
            </a:r>
          </a:p>
          <a:p>
            <a:pPr marL="0" indent="0">
              <a:buNone/>
            </a:pPr>
            <a:r>
              <a:rPr lang="en-US" sz="2400" dirty="0"/>
              <a:t>Glickman, M. E. (1995). The </a:t>
            </a:r>
            <a:r>
              <a:rPr lang="en-US" sz="2400" dirty="0" err="1"/>
              <a:t>glicko</a:t>
            </a:r>
            <a:r>
              <a:rPr lang="en-US" sz="2400" dirty="0"/>
              <a:t> system. </a:t>
            </a:r>
            <a:r>
              <a:rPr lang="en-US" sz="2400" i="1" dirty="0"/>
              <a:t>Boston University</a:t>
            </a:r>
            <a:r>
              <a:rPr lang="en-US" sz="2400" dirty="0"/>
              <a:t>, </a:t>
            </a:r>
            <a:r>
              <a:rPr lang="en-US" sz="2400" i="1" dirty="0"/>
              <a:t>16</a:t>
            </a:r>
            <a:r>
              <a:rPr lang="en-US" sz="2400" dirty="0"/>
              <a:t>(8), 9.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0C85-9CFF-3B42-BE74-68F1856660D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414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802</TotalTime>
  <Words>753</Words>
  <Application>Microsoft Office PowerPoint</Application>
  <PresentationFormat>Grand écran</PresentationFormat>
  <Paragraphs>112</Paragraphs>
  <Slides>14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Implementa tion of a ranking system algorithm</vt:lpstr>
      <vt:lpstr>Project Aims</vt:lpstr>
      <vt:lpstr>What are ranking algorithms?</vt:lpstr>
      <vt:lpstr>Project Objectives</vt:lpstr>
      <vt:lpstr>Supplementary Objective</vt:lpstr>
      <vt:lpstr>Programme of study</vt:lpstr>
      <vt:lpstr>Why is this an engineering/computing problem?</vt:lpstr>
      <vt:lpstr>Literature Review Findings</vt:lpstr>
      <vt:lpstr>Preliminary requirements</vt:lpstr>
      <vt:lpstr>What is your proposed solution?</vt:lpstr>
      <vt:lpstr>How will you evaluate your solution?</vt:lpstr>
      <vt:lpstr>Project Planning</vt:lpstr>
      <vt:lpstr>Risk Register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Usman Naeem</dc:creator>
  <cp:lastModifiedBy>Samuel Levy</cp:lastModifiedBy>
  <cp:revision>8</cp:revision>
  <dcterms:created xsi:type="dcterms:W3CDTF">2015-11-09T21:30:07Z</dcterms:created>
  <dcterms:modified xsi:type="dcterms:W3CDTF">2026-01-07T11:24:23Z</dcterms:modified>
</cp:coreProperties>
</file>